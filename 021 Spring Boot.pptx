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5" r:id="rId1"/>
  </p:sldMasterIdLst>
  <p:notesMasterIdLst>
    <p:notesMasterId r:id="rId36"/>
  </p:notesMasterIdLst>
  <p:sldIdLst>
    <p:sldId id="256" r:id="rId2"/>
    <p:sldId id="329" r:id="rId3"/>
    <p:sldId id="335" r:id="rId4"/>
    <p:sldId id="257" r:id="rId5"/>
    <p:sldId id="298" r:id="rId6"/>
    <p:sldId id="289" r:id="rId7"/>
    <p:sldId id="310" r:id="rId8"/>
    <p:sldId id="342" r:id="rId9"/>
    <p:sldId id="294" r:id="rId10"/>
    <p:sldId id="295" r:id="rId11"/>
    <p:sldId id="296" r:id="rId12"/>
    <p:sldId id="312" r:id="rId13"/>
    <p:sldId id="350" r:id="rId14"/>
    <p:sldId id="351" r:id="rId15"/>
    <p:sldId id="326" r:id="rId16"/>
    <p:sldId id="321" r:id="rId17"/>
    <p:sldId id="347" r:id="rId18"/>
    <p:sldId id="339" r:id="rId19"/>
    <p:sldId id="340" r:id="rId20"/>
    <p:sldId id="341" r:id="rId21"/>
    <p:sldId id="343" r:id="rId22"/>
    <p:sldId id="344" r:id="rId23"/>
    <p:sldId id="283" r:id="rId24"/>
    <p:sldId id="315" r:id="rId25"/>
    <p:sldId id="284" r:id="rId26"/>
    <p:sldId id="318" r:id="rId27"/>
    <p:sldId id="264" r:id="rId28"/>
    <p:sldId id="349" r:id="rId29"/>
    <p:sldId id="265" r:id="rId30"/>
    <p:sldId id="262" r:id="rId31"/>
    <p:sldId id="263" r:id="rId32"/>
    <p:sldId id="306" r:id="rId33"/>
    <p:sldId id="324" r:id="rId34"/>
    <p:sldId id="325" r:id="rId3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E79"/>
    <a:srgbClr val="0B6298"/>
    <a:srgbClr val="EE9F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322" autoAdjust="0"/>
    <p:restoredTop sz="96293" autoAdjust="0"/>
  </p:normalViewPr>
  <p:slideViewPr>
    <p:cSldViewPr snapToGrid="0">
      <p:cViewPr varScale="1">
        <p:scale>
          <a:sx n="95" d="100"/>
          <a:sy n="95" d="100"/>
        </p:scale>
        <p:origin x="605"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F01320-4944-4938-A9CF-048AA6FA46B3}" type="datetimeFigureOut">
              <a:rPr lang="ko-KR" altLang="en-US" smtClean="0"/>
              <a:t>2026-03-05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1862E3-7D78-41F0-B3E5-390639552379}" type="slidenum">
              <a:rPr lang="ko-KR" altLang="en-US" smtClean="0"/>
              <a:t>‹#›</a:t>
            </a:fld>
            <a:endParaRPr lang="ko-KR" altLang="en-US"/>
          </a:p>
        </p:txBody>
      </p:sp>
    </p:spTree>
    <p:extLst>
      <p:ext uri="{BB962C8B-B14F-4D97-AF65-F5344CB8AC3E}">
        <p14:creationId xmlns:p14="http://schemas.microsoft.com/office/powerpoint/2010/main" val="363349706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880FDAA-2D53-4284-B06D-4F30EB65040B}"/>
              </a:ext>
            </a:extLst>
          </p:cNvPr>
          <p:cNvPicPr>
            <a:picLocks noChangeAspect="1"/>
          </p:cNvPicPr>
          <p:nvPr userDrawn="1"/>
        </p:nvPicPr>
        <p:blipFill>
          <a:blip r:embed="rId2">
            <a:alphaModFix/>
            <a:extLst>
              <a:ext uri="{28A0092B-C50C-407E-A947-70E740481C1C}">
                <a14:useLocalDpi xmlns:a14="http://schemas.microsoft.com/office/drawing/2010/main" val="0"/>
              </a:ext>
            </a:extLst>
          </a:blip>
          <a:stretch>
            <a:fillRect/>
          </a:stretch>
        </p:blipFill>
        <p:spPr>
          <a:xfrm>
            <a:off x="1508370" y="501650"/>
            <a:ext cx="9183050" cy="5854700"/>
          </a:xfrm>
          <a:prstGeom prst="rect">
            <a:avLst/>
          </a:prstGeom>
          <a:pattFill prst="pct25">
            <a:fgClr>
              <a:schemeClr val="accent1"/>
            </a:fgClr>
            <a:bgClr>
              <a:schemeClr val="bg1"/>
            </a:bgClr>
          </a:pattFill>
        </p:spPr>
      </p:pic>
      <p:sp>
        <p:nvSpPr>
          <p:cNvPr id="2" name="제목 1">
            <a:extLst>
              <a:ext uri="{FF2B5EF4-FFF2-40B4-BE49-F238E27FC236}">
                <a16:creationId xmlns:a16="http://schemas.microsoft.com/office/drawing/2014/main" id="{F77D7AC6-0BBF-4B56-A5AB-B3A593BD38A1}"/>
              </a:ext>
            </a:extLst>
          </p:cNvPr>
          <p:cNvSpPr>
            <a:spLocks noGrp="1"/>
          </p:cNvSpPr>
          <p:nvPr>
            <p:ph type="ctrTitle"/>
          </p:nvPr>
        </p:nvSpPr>
        <p:spPr>
          <a:xfrm>
            <a:off x="1524000" y="1586204"/>
            <a:ext cx="9144000" cy="1726164"/>
          </a:xfrm>
          <a:solidFill>
            <a:srgbClr val="1F4E79">
              <a:alpha val="69804"/>
            </a:srgbClr>
          </a:solidFill>
        </p:spPr>
        <p:txBody>
          <a:bodyPr anchor="ctr">
            <a:normAutofit/>
          </a:bodyPr>
          <a:lstStyle>
            <a:lvl1pPr algn="ctr">
              <a:defRPr sz="4400">
                <a:solidFill>
                  <a:schemeClr val="bg1"/>
                </a:solidFill>
                <a:effectLst>
                  <a:outerShdw blurRad="38100" dist="38100" dir="2700000" algn="tl">
                    <a:srgbClr val="000000">
                      <a:alpha val="43137"/>
                    </a:srgbClr>
                  </a:outerShdw>
                </a:effectLst>
              </a:defRPr>
            </a:lvl1pPr>
          </a:lstStyle>
          <a:p>
            <a:r>
              <a:rPr lang="ko-KR" altLang="en-US" dirty="0"/>
              <a:t>마스터 제목 스타일 편집</a:t>
            </a:r>
          </a:p>
        </p:txBody>
      </p:sp>
      <p:sp>
        <p:nvSpPr>
          <p:cNvPr id="3" name="부제목 2">
            <a:extLst>
              <a:ext uri="{FF2B5EF4-FFF2-40B4-BE49-F238E27FC236}">
                <a16:creationId xmlns:a16="http://schemas.microsoft.com/office/drawing/2014/main" id="{2BE78CC0-6F0E-4D4E-B81D-BCC2CBFE0DD0}"/>
              </a:ext>
            </a:extLst>
          </p:cNvPr>
          <p:cNvSpPr>
            <a:spLocks noGrp="1"/>
          </p:cNvSpPr>
          <p:nvPr>
            <p:ph type="subTitle" idx="1"/>
          </p:nvPr>
        </p:nvSpPr>
        <p:spPr>
          <a:xfrm>
            <a:off x="3442760" y="4324740"/>
            <a:ext cx="5206483" cy="1124338"/>
          </a:xfrm>
          <a:solidFill>
            <a:srgbClr val="1F4E79">
              <a:alpha val="69804"/>
            </a:srgbClr>
          </a:solidFill>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4" name="날짜 개체 틀 3">
            <a:extLst>
              <a:ext uri="{FF2B5EF4-FFF2-40B4-BE49-F238E27FC236}">
                <a16:creationId xmlns:a16="http://schemas.microsoft.com/office/drawing/2014/main" id="{DD1C66FF-756D-41A6-922C-8C1268961492}"/>
              </a:ext>
            </a:extLst>
          </p:cNvPr>
          <p:cNvSpPr>
            <a:spLocks noGrp="1"/>
          </p:cNvSpPr>
          <p:nvPr>
            <p:ph type="dt" sz="half" idx="10"/>
          </p:nvPr>
        </p:nvSpPr>
        <p:spPr/>
        <p:txBody>
          <a:bodyPr/>
          <a:lstStyle/>
          <a:p>
            <a:fld id="{0566C770-DC08-4D31-A444-339349CD98E7}" type="datetime1">
              <a:rPr lang="ko-KR" altLang="en-US" smtClean="0"/>
              <a:t>2026-03-05</a:t>
            </a:fld>
            <a:endParaRPr lang="ko-KR" altLang="en-US"/>
          </a:p>
        </p:txBody>
      </p:sp>
      <p:sp>
        <p:nvSpPr>
          <p:cNvPr id="5" name="바닥글 개체 틀 4">
            <a:extLst>
              <a:ext uri="{FF2B5EF4-FFF2-40B4-BE49-F238E27FC236}">
                <a16:creationId xmlns:a16="http://schemas.microsoft.com/office/drawing/2014/main" id="{1E512E96-9AA7-4DB1-A0AC-111C99DBC4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E286762-F290-4BC1-8F29-529B62E0EA6D}"/>
              </a:ext>
            </a:extLst>
          </p:cNvPr>
          <p:cNvSpPr>
            <a:spLocks noGrp="1"/>
          </p:cNvSpPr>
          <p:nvPr>
            <p:ph type="sldNum" sz="quarter" idx="12"/>
          </p:nvPr>
        </p:nvSpPr>
        <p:spPr/>
        <p:txBody>
          <a:bodyPr/>
          <a:lstStyle/>
          <a:p>
            <a:fld id="{2E51C1A5-19F7-4412-8E19-5FAA7BD10B67}" type="slidenum">
              <a:rPr lang="ko-KR" altLang="en-US" smtClean="0"/>
              <a:t>‹#›</a:t>
            </a:fld>
            <a:endParaRPr lang="ko-KR" altLang="en-US"/>
          </a:p>
        </p:txBody>
      </p:sp>
    </p:spTree>
    <p:extLst>
      <p:ext uri="{BB962C8B-B14F-4D97-AF65-F5344CB8AC3E}">
        <p14:creationId xmlns:p14="http://schemas.microsoft.com/office/powerpoint/2010/main" val="267597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F47E7380-C401-4E71-A81C-403298BD307F}"/>
              </a:ext>
            </a:extLst>
          </p:cNvPr>
          <p:cNvPicPr>
            <a:picLocks noChangeAspect="1"/>
          </p:cNvPicPr>
          <p:nvPr userDrawn="1"/>
        </p:nvPicPr>
        <p:blipFill>
          <a:blip r:embed="rId2"/>
          <a:stretch>
            <a:fillRect/>
          </a:stretch>
        </p:blipFill>
        <p:spPr>
          <a:xfrm>
            <a:off x="190500" y="117635"/>
            <a:ext cx="589407" cy="563404"/>
          </a:xfrm>
          <a:prstGeom prst="rect">
            <a:avLst/>
          </a:prstGeom>
        </p:spPr>
      </p:pic>
      <p:sp>
        <p:nvSpPr>
          <p:cNvPr id="2" name="제목 1">
            <a:extLst>
              <a:ext uri="{FF2B5EF4-FFF2-40B4-BE49-F238E27FC236}">
                <a16:creationId xmlns:a16="http://schemas.microsoft.com/office/drawing/2014/main" id="{39A9F720-CAA5-4D44-943C-6F1F3F6101FA}"/>
              </a:ext>
            </a:extLst>
          </p:cNvPr>
          <p:cNvSpPr>
            <a:spLocks noGrp="1"/>
          </p:cNvSpPr>
          <p:nvPr>
            <p:ph type="title"/>
          </p:nvPr>
        </p:nvSpPr>
        <p:spPr/>
        <p:txBody>
          <a:bodyPr/>
          <a:lstStyle>
            <a:lvl1pPr>
              <a:defRPr>
                <a:latin typeface="+mn-ea"/>
                <a:ea typeface="+mn-ea"/>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1A8463D4-4D4B-474D-B65B-32A3CE9C435D}"/>
              </a:ext>
            </a:extLst>
          </p:cNvPr>
          <p:cNvSpPr>
            <a:spLocks noGrp="1"/>
          </p:cNvSpPr>
          <p:nvPr>
            <p:ph idx="1"/>
          </p:nvPr>
        </p:nvSpPr>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a:extLst>
              <a:ext uri="{FF2B5EF4-FFF2-40B4-BE49-F238E27FC236}">
                <a16:creationId xmlns:a16="http://schemas.microsoft.com/office/drawing/2014/main" id="{18DF7CE1-11BA-46BF-B96C-3CCC29155F81}"/>
              </a:ext>
            </a:extLst>
          </p:cNvPr>
          <p:cNvSpPr>
            <a:spLocks noGrp="1"/>
          </p:cNvSpPr>
          <p:nvPr>
            <p:ph type="dt" sz="half" idx="10"/>
          </p:nvPr>
        </p:nvSpPr>
        <p:spPr/>
        <p:txBody>
          <a:bodyPr/>
          <a:lstStyle>
            <a:lvl1pPr>
              <a:defRPr>
                <a:latin typeface="+mn-ea"/>
                <a:ea typeface="+mn-ea"/>
              </a:defRPr>
            </a:lvl1pPr>
          </a:lstStyle>
          <a:p>
            <a:fld id="{D03F811D-5920-4015-B44B-5F137639775D}" type="datetime1">
              <a:rPr lang="ko-KR" altLang="en-US" smtClean="0"/>
              <a:pPr/>
              <a:t>2026-03-05</a:t>
            </a:fld>
            <a:endParaRPr lang="ko-KR" altLang="en-US"/>
          </a:p>
        </p:txBody>
      </p:sp>
      <p:sp>
        <p:nvSpPr>
          <p:cNvPr id="5" name="바닥글 개체 틀 4">
            <a:extLst>
              <a:ext uri="{FF2B5EF4-FFF2-40B4-BE49-F238E27FC236}">
                <a16:creationId xmlns:a16="http://schemas.microsoft.com/office/drawing/2014/main" id="{0A72C9DC-6D0E-469F-9766-7C6B84F94E81}"/>
              </a:ext>
            </a:extLst>
          </p:cNvPr>
          <p:cNvSpPr>
            <a:spLocks noGrp="1"/>
          </p:cNvSpPr>
          <p:nvPr>
            <p:ph type="ftr" sz="quarter" idx="11"/>
          </p:nvPr>
        </p:nvSpPr>
        <p:spPr/>
        <p:txBody>
          <a:bodyPr/>
          <a:lstStyle>
            <a:lvl1pPr>
              <a:defRPr>
                <a:latin typeface="+mn-ea"/>
                <a:ea typeface="+mn-ea"/>
              </a:defRPr>
            </a:lvl1pPr>
          </a:lstStyle>
          <a:p>
            <a:endParaRPr lang="ko-KR" altLang="en-US"/>
          </a:p>
        </p:txBody>
      </p:sp>
      <p:sp>
        <p:nvSpPr>
          <p:cNvPr id="6" name="슬라이드 번호 개체 틀 5">
            <a:extLst>
              <a:ext uri="{FF2B5EF4-FFF2-40B4-BE49-F238E27FC236}">
                <a16:creationId xmlns:a16="http://schemas.microsoft.com/office/drawing/2014/main" id="{72D4C500-01F1-4C40-B789-3CF5BE689E16}"/>
              </a:ext>
            </a:extLst>
          </p:cNvPr>
          <p:cNvSpPr>
            <a:spLocks noGrp="1"/>
          </p:cNvSpPr>
          <p:nvPr>
            <p:ph type="sldNum" sz="quarter" idx="12"/>
          </p:nvPr>
        </p:nvSpPr>
        <p:spPr/>
        <p:txBody>
          <a:bodyPr/>
          <a:lstStyle>
            <a:lvl1pPr>
              <a:defRPr>
                <a:latin typeface="+mn-ea"/>
                <a:ea typeface="+mn-ea"/>
              </a:defRPr>
            </a:lvl1pPr>
          </a:lstStyle>
          <a:p>
            <a:fld id="{2E51C1A5-19F7-4412-8E19-5FAA7BD10B67}" type="slidenum">
              <a:rPr lang="ko-KR" altLang="en-US" smtClean="0"/>
              <a:pPr/>
              <a:t>‹#›</a:t>
            </a:fld>
            <a:endParaRPr lang="ko-KR" altLang="en-US" dirty="0"/>
          </a:p>
        </p:txBody>
      </p:sp>
      <p:pic>
        <p:nvPicPr>
          <p:cNvPr id="7" name="그림 6">
            <a:extLst>
              <a:ext uri="{FF2B5EF4-FFF2-40B4-BE49-F238E27FC236}">
                <a16:creationId xmlns:a16="http://schemas.microsoft.com/office/drawing/2014/main" id="{D5F7E803-1942-405B-9F1A-8D89B3065015}"/>
              </a:ext>
            </a:extLst>
          </p:cNvPr>
          <p:cNvPicPr>
            <a:picLocks noChangeAspect="1"/>
          </p:cNvPicPr>
          <p:nvPr userDrawn="1"/>
        </p:nvPicPr>
        <p:blipFill>
          <a:blip r:embed="rId3"/>
          <a:stretch>
            <a:fillRect/>
          </a:stretch>
        </p:blipFill>
        <p:spPr>
          <a:xfrm>
            <a:off x="838200" y="742903"/>
            <a:ext cx="10515600" cy="45719"/>
          </a:xfrm>
          <a:prstGeom prst="rect">
            <a:avLst/>
          </a:prstGeom>
        </p:spPr>
      </p:pic>
    </p:spTree>
    <p:extLst>
      <p:ext uri="{BB962C8B-B14F-4D97-AF65-F5344CB8AC3E}">
        <p14:creationId xmlns:p14="http://schemas.microsoft.com/office/powerpoint/2010/main" val="4168933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소스코드">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27005973-1C5F-4EEB-9EA8-BD78397C22B3}"/>
              </a:ext>
            </a:extLst>
          </p:cNvPr>
          <p:cNvPicPr>
            <a:picLocks noChangeAspect="1"/>
          </p:cNvPicPr>
          <p:nvPr userDrawn="1"/>
        </p:nvPicPr>
        <p:blipFill>
          <a:blip r:embed="rId2"/>
          <a:stretch>
            <a:fillRect/>
          </a:stretch>
        </p:blipFill>
        <p:spPr>
          <a:xfrm>
            <a:off x="190500" y="117635"/>
            <a:ext cx="589407" cy="563404"/>
          </a:xfrm>
          <a:prstGeom prst="rect">
            <a:avLst/>
          </a:prstGeom>
        </p:spPr>
      </p:pic>
      <p:sp>
        <p:nvSpPr>
          <p:cNvPr id="2" name="제목 1">
            <a:extLst>
              <a:ext uri="{FF2B5EF4-FFF2-40B4-BE49-F238E27FC236}">
                <a16:creationId xmlns:a16="http://schemas.microsoft.com/office/drawing/2014/main" id="{39A9F720-CAA5-4D44-943C-6F1F3F6101FA}"/>
              </a:ext>
            </a:extLst>
          </p:cNvPr>
          <p:cNvSpPr>
            <a:spLocks noGrp="1"/>
          </p:cNvSpPr>
          <p:nvPr>
            <p:ph type="title"/>
          </p:nvPr>
        </p:nvSpPr>
        <p:spPr/>
        <p:txBody>
          <a:bodyPr/>
          <a:lstStyle>
            <a:lvl1pPr>
              <a:defRPr>
                <a:latin typeface="D2Coding" panose="020B0609020101020101" pitchFamily="49" charset="-127"/>
                <a:ea typeface="D2Coding" panose="020B0609020101020101" pitchFamily="49" charset="-127"/>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1A8463D4-4D4B-474D-B65B-32A3CE9C435D}"/>
              </a:ext>
            </a:extLst>
          </p:cNvPr>
          <p:cNvSpPr>
            <a:spLocks noGrp="1"/>
          </p:cNvSpPr>
          <p:nvPr>
            <p:ph idx="1"/>
          </p:nvPr>
        </p:nvSpPr>
        <p:spPr>
          <a:xfrm>
            <a:off x="838200" y="849812"/>
            <a:ext cx="10515600" cy="5346383"/>
          </a:xfrm>
        </p:spPr>
        <p:txBody>
          <a:bodyPr>
            <a:normAutofit/>
          </a:bodyPr>
          <a:lstStyle>
            <a:lvl1pPr marL="0" indent="0">
              <a:lnSpc>
                <a:spcPct val="100000"/>
              </a:lnSpc>
              <a:buNone/>
              <a:defRPr sz="2000" b="0">
                <a:latin typeface="D2Coding" panose="020B0609020101020101" pitchFamily="49" charset="-127"/>
                <a:ea typeface="D2Coding" panose="020B0609020101020101" pitchFamily="49" charset="-127"/>
              </a:defRPr>
            </a:lvl1pPr>
            <a:lvl2pPr marL="457200" indent="0">
              <a:buNone/>
              <a:defRPr/>
            </a:lvl2pPr>
            <a:lvl3pPr marL="914400" indent="0">
              <a:buNone/>
              <a:defRPr/>
            </a:lvl3pPr>
            <a:lvl4pPr marL="1371600" indent="0">
              <a:buNone/>
              <a:defRPr/>
            </a:lvl4pPr>
            <a:lvl5pPr marL="1828800" indent="0">
              <a:buNone/>
              <a:defRPr/>
            </a:lvl5pPr>
          </a:lstStyle>
          <a:p>
            <a:pPr lvl="0"/>
            <a:r>
              <a:rPr lang="ko-KR" altLang="en-US" dirty="0"/>
              <a:t>마스터 텍스트 스타일 편집</a:t>
            </a:r>
          </a:p>
        </p:txBody>
      </p:sp>
      <p:sp>
        <p:nvSpPr>
          <p:cNvPr id="4" name="날짜 개체 틀 3">
            <a:extLst>
              <a:ext uri="{FF2B5EF4-FFF2-40B4-BE49-F238E27FC236}">
                <a16:creationId xmlns:a16="http://schemas.microsoft.com/office/drawing/2014/main" id="{18DF7CE1-11BA-46BF-B96C-3CCC29155F81}"/>
              </a:ext>
            </a:extLst>
          </p:cNvPr>
          <p:cNvSpPr>
            <a:spLocks noGrp="1"/>
          </p:cNvSpPr>
          <p:nvPr>
            <p:ph type="dt" sz="half" idx="10"/>
          </p:nvPr>
        </p:nvSpPr>
        <p:spPr/>
        <p:txBody>
          <a:bodyPr/>
          <a:lstStyle/>
          <a:p>
            <a:fld id="{F179F436-04E6-43A8-926F-14B668CD1558}" type="datetime1">
              <a:rPr lang="ko-KR" altLang="en-US" smtClean="0"/>
              <a:t>2026-03-05</a:t>
            </a:fld>
            <a:endParaRPr lang="ko-KR" altLang="en-US"/>
          </a:p>
        </p:txBody>
      </p:sp>
      <p:sp>
        <p:nvSpPr>
          <p:cNvPr id="5" name="바닥글 개체 틀 4">
            <a:extLst>
              <a:ext uri="{FF2B5EF4-FFF2-40B4-BE49-F238E27FC236}">
                <a16:creationId xmlns:a16="http://schemas.microsoft.com/office/drawing/2014/main" id="{0A72C9DC-6D0E-469F-9766-7C6B84F94E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2D4C500-01F1-4C40-B789-3CF5BE689E16}"/>
              </a:ext>
            </a:extLst>
          </p:cNvPr>
          <p:cNvSpPr>
            <a:spLocks noGrp="1"/>
          </p:cNvSpPr>
          <p:nvPr>
            <p:ph type="sldNum" sz="quarter" idx="12"/>
          </p:nvPr>
        </p:nvSpPr>
        <p:spPr/>
        <p:txBody>
          <a:bodyPr/>
          <a:lstStyle/>
          <a:p>
            <a:fld id="{2E51C1A5-19F7-4412-8E19-5FAA7BD10B67}" type="slidenum">
              <a:rPr lang="ko-KR" altLang="en-US" smtClean="0"/>
              <a:t>‹#›</a:t>
            </a:fld>
            <a:endParaRPr lang="ko-KR" altLang="en-US"/>
          </a:p>
        </p:txBody>
      </p:sp>
      <p:pic>
        <p:nvPicPr>
          <p:cNvPr id="7" name="그림 6">
            <a:extLst>
              <a:ext uri="{FF2B5EF4-FFF2-40B4-BE49-F238E27FC236}">
                <a16:creationId xmlns:a16="http://schemas.microsoft.com/office/drawing/2014/main" id="{D5F7E803-1942-405B-9F1A-8D89B3065015}"/>
              </a:ext>
            </a:extLst>
          </p:cNvPr>
          <p:cNvPicPr>
            <a:picLocks noChangeAspect="1"/>
          </p:cNvPicPr>
          <p:nvPr userDrawn="1"/>
        </p:nvPicPr>
        <p:blipFill>
          <a:blip r:embed="rId3"/>
          <a:stretch>
            <a:fillRect/>
          </a:stretch>
        </p:blipFill>
        <p:spPr>
          <a:xfrm>
            <a:off x="838200" y="742903"/>
            <a:ext cx="10515600" cy="45719"/>
          </a:xfrm>
          <a:prstGeom prst="rect">
            <a:avLst/>
          </a:prstGeom>
        </p:spPr>
      </p:pic>
    </p:spTree>
    <p:extLst>
      <p:ext uri="{BB962C8B-B14F-4D97-AF65-F5344CB8AC3E}">
        <p14:creationId xmlns:p14="http://schemas.microsoft.com/office/powerpoint/2010/main" val="2746048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744F6488-B767-4268-B8F7-C11BBF8AD0B9}"/>
              </a:ext>
            </a:extLst>
          </p:cNvPr>
          <p:cNvPicPr>
            <a:picLocks noChangeAspect="1"/>
          </p:cNvPicPr>
          <p:nvPr userDrawn="1"/>
        </p:nvPicPr>
        <p:blipFill>
          <a:blip r:embed="rId2"/>
          <a:stretch>
            <a:fillRect/>
          </a:stretch>
        </p:blipFill>
        <p:spPr>
          <a:xfrm>
            <a:off x="190500" y="117635"/>
            <a:ext cx="589407" cy="563404"/>
          </a:xfrm>
          <a:prstGeom prst="rect">
            <a:avLst/>
          </a:prstGeom>
        </p:spPr>
      </p:pic>
      <p:sp>
        <p:nvSpPr>
          <p:cNvPr id="2" name="제목 1">
            <a:extLst>
              <a:ext uri="{FF2B5EF4-FFF2-40B4-BE49-F238E27FC236}">
                <a16:creationId xmlns:a16="http://schemas.microsoft.com/office/drawing/2014/main" id="{56C619DC-4942-490B-9196-7DC99267506B}"/>
              </a:ext>
            </a:extLst>
          </p:cNvPr>
          <p:cNvSpPr>
            <a:spLocks noGrp="1"/>
          </p:cNvSpPr>
          <p:nvPr>
            <p:ph type="title"/>
          </p:nvPr>
        </p:nvSpPr>
        <p:spPr/>
        <p:txBody>
          <a:bodyPr/>
          <a:lstStyle>
            <a:lvl1pPr>
              <a:defRPr>
                <a:latin typeface="+mn-ea"/>
                <a:ea typeface="+mn-ea"/>
              </a:defRPr>
            </a:lvl1pPr>
          </a:lstStyle>
          <a:p>
            <a:r>
              <a:rPr lang="ko-KR" altLang="en-US" dirty="0"/>
              <a:t>마스터 제목 스타일 편집</a:t>
            </a:r>
          </a:p>
        </p:txBody>
      </p:sp>
      <p:sp>
        <p:nvSpPr>
          <p:cNvPr id="3" name="날짜 개체 틀 2">
            <a:extLst>
              <a:ext uri="{FF2B5EF4-FFF2-40B4-BE49-F238E27FC236}">
                <a16:creationId xmlns:a16="http://schemas.microsoft.com/office/drawing/2014/main" id="{53B4453D-C511-4698-AC56-AE0B73052C36}"/>
              </a:ext>
            </a:extLst>
          </p:cNvPr>
          <p:cNvSpPr>
            <a:spLocks noGrp="1"/>
          </p:cNvSpPr>
          <p:nvPr>
            <p:ph type="dt" sz="half" idx="10"/>
          </p:nvPr>
        </p:nvSpPr>
        <p:spPr/>
        <p:txBody>
          <a:bodyPr/>
          <a:lstStyle>
            <a:lvl1pPr>
              <a:defRPr>
                <a:latin typeface="+mn-ea"/>
                <a:ea typeface="+mn-ea"/>
              </a:defRPr>
            </a:lvl1pPr>
          </a:lstStyle>
          <a:p>
            <a:fld id="{30770281-7DBE-44F3-88B3-876331D41505}" type="datetime1">
              <a:rPr lang="ko-KR" altLang="en-US" smtClean="0"/>
              <a:pPr/>
              <a:t>2026-03-05</a:t>
            </a:fld>
            <a:endParaRPr lang="ko-KR" altLang="en-US"/>
          </a:p>
        </p:txBody>
      </p:sp>
      <p:sp>
        <p:nvSpPr>
          <p:cNvPr id="4" name="바닥글 개체 틀 3">
            <a:extLst>
              <a:ext uri="{FF2B5EF4-FFF2-40B4-BE49-F238E27FC236}">
                <a16:creationId xmlns:a16="http://schemas.microsoft.com/office/drawing/2014/main" id="{CB61FA41-2100-4812-898F-34FFAD8D2765}"/>
              </a:ext>
            </a:extLst>
          </p:cNvPr>
          <p:cNvSpPr>
            <a:spLocks noGrp="1"/>
          </p:cNvSpPr>
          <p:nvPr>
            <p:ph type="ftr" sz="quarter" idx="11"/>
          </p:nvPr>
        </p:nvSpPr>
        <p:spPr/>
        <p:txBody>
          <a:bodyPr/>
          <a:lstStyle>
            <a:lvl1pPr>
              <a:defRPr>
                <a:latin typeface="+mn-ea"/>
                <a:ea typeface="+mn-ea"/>
              </a:defRPr>
            </a:lvl1pPr>
          </a:lstStyle>
          <a:p>
            <a:endParaRPr lang="ko-KR" altLang="en-US"/>
          </a:p>
        </p:txBody>
      </p:sp>
      <p:sp>
        <p:nvSpPr>
          <p:cNvPr id="5" name="슬라이드 번호 개체 틀 4">
            <a:extLst>
              <a:ext uri="{FF2B5EF4-FFF2-40B4-BE49-F238E27FC236}">
                <a16:creationId xmlns:a16="http://schemas.microsoft.com/office/drawing/2014/main" id="{180CB461-B67F-43CA-870E-0599DC78CDC1}"/>
              </a:ext>
            </a:extLst>
          </p:cNvPr>
          <p:cNvSpPr>
            <a:spLocks noGrp="1"/>
          </p:cNvSpPr>
          <p:nvPr>
            <p:ph type="sldNum" sz="quarter" idx="12"/>
          </p:nvPr>
        </p:nvSpPr>
        <p:spPr/>
        <p:txBody>
          <a:bodyPr/>
          <a:lstStyle>
            <a:lvl1pPr>
              <a:defRPr>
                <a:latin typeface="+mn-ea"/>
                <a:ea typeface="+mn-ea"/>
              </a:defRPr>
            </a:lvl1pPr>
          </a:lstStyle>
          <a:p>
            <a:fld id="{2E51C1A5-19F7-4412-8E19-5FAA7BD10B67}" type="slidenum">
              <a:rPr lang="ko-KR" altLang="en-US" smtClean="0"/>
              <a:pPr/>
              <a:t>‹#›</a:t>
            </a:fld>
            <a:endParaRPr lang="ko-KR" altLang="en-US" dirty="0"/>
          </a:p>
        </p:txBody>
      </p:sp>
      <p:pic>
        <p:nvPicPr>
          <p:cNvPr id="6" name="그림 5">
            <a:extLst>
              <a:ext uri="{FF2B5EF4-FFF2-40B4-BE49-F238E27FC236}">
                <a16:creationId xmlns:a16="http://schemas.microsoft.com/office/drawing/2014/main" id="{F78AE1D5-5905-4D03-ADFA-BF1B5531EEFF}"/>
              </a:ext>
            </a:extLst>
          </p:cNvPr>
          <p:cNvPicPr>
            <a:picLocks noChangeAspect="1"/>
          </p:cNvPicPr>
          <p:nvPr userDrawn="1"/>
        </p:nvPicPr>
        <p:blipFill>
          <a:blip r:embed="rId3"/>
          <a:stretch>
            <a:fillRect/>
          </a:stretch>
        </p:blipFill>
        <p:spPr>
          <a:xfrm>
            <a:off x="838200" y="742903"/>
            <a:ext cx="10515600" cy="45719"/>
          </a:xfrm>
          <a:prstGeom prst="rect">
            <a:avLst/>
          </a:prstGeom>
        </p:spPr>
      </p:pic>
    </p:spTree>
    <p:extLst>
      <p:ext uri="{BB962C8B-B14F-4D97-AF65-F5344CB8AC3E}">
        <p14:creationId xmlns:p14="http://schemas.microsoft.com/office/powerpoint/2010/main" val="940521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CC6F66A-D0F8-425B-AD68-88895F1FD6D0}"/>
              </a:ext>
            </a:extLst>
          </p:cNvPr>
          <p:cNvSpPr>
            <a:spLocks noGrp="1"/>
          </p:cNvSpPr>
          <p:nvPr>
            <p:ph type="dt" sz="half" idx="10"/>
          </p:nvPr>
        </p:nvSpPr>
        <p:spPr/>
        <p:txBody>
          <a:bodyPr/>
          <a:lstStyle/>
          <a:p>
            <a:fld id="{34BD9E44-B790-43C5-9424-06B767B24B77}" type="datetime1">
              <a:rPr lang="ko-KR" altLang="en-US" smtClean="0"/>
              <a:t>2026-03-05</a:t>
            </a:fld>
            <a:endParaRPr lang="ko-KR" altLang="en-US"/>
          </a:p>
        </p:txBody>
      </p:sp>
      <p:sp>
        <p:nvSpPr>
          <p:cNvPr id="3" name="바닥글 개체 틀 2">
            <a:extLst>
              <a:ext uri="{FF2B5EF4-FFF2-40B4-BE49-F238E27FC236}">
                <a16:creationId xmlns:a16="http://schemas.microsoft.com/office/drawing/2014/main" id="{318F1F41-AA31-4586-95C2-12A42A00614E}"/>
              </a:ext>
            </a:extLst>
          </p:cNvPr>
          <p:cNvSpPr>
            <a:spLocks noGrp="1"/>
          </p:cNvSpPr>
          <p:nvPr>
            <p:ph type="ftr" sz="quarter" idx="11"/>
          </p:nvPr>
        </p:nvSpPr>
        <p:spPr/>
        <p:txBody>
          <a:bodyPr/>
          <a:lstStyle/>
          <a:p>
            <a:endParaRPr lang="ko-KR" altLang="en-US"/>
          </a:p>
        </p:txBody>
      </p:sp>
      <p:pic>
        <p:nvPicPr>
          <p:cNvPr id="5" name="그림 4">
            <a:extLst>
              <a:ext uri="{FF2B5EF4-FFF2-40B4-BE49-F238E27FC236}">
                <a16:creationId xmlns:a16="http://schemas.microsoft.com/office/drawing/2014/main" id="{4250E9CA-A0AC-49FF-A8D8-EFB204750425}"/>
              </a:ext>
            </a:extLst>
          </p:cNvPr>
          <p:cNvPicPr>
            <a:picLocks noChangeAspect="1"/>
          </p:cNvPicPr>
          <p:nvPr userDrawn="1"/>
        </p:nvPicPr>
        <p:blipFill>
          <a:blip r:embed="rId2"/>
          <a:stretch>
            <a:fillRect/>
          </a:stretch>
        </p:blipFill>
        <p:spPr>
          <a:xfrm>
            <a:off x="190500" y="117635"/>
            <a:ext cx="589407" cy="563404"/>
          </a:xfrm>
          <a:prstGeom prst="rect">
            <a:avLst/>
          </a:prstGeom>
        </p:spPr>
      </p:pic>
      <p:sp>
        <p:nvSpPr>
          <p:cNvPr id="6" name="슬라이드 번호 개체 틀 4">
            <a:extLst>
              <a:ext uri="{FF2B5EF4-FFF2-40B4-BE49-F238E27FC236}">
                <a16:creationId xmlns:a16="http://schemas.microsoft.com/office/drawing/2014/main" id="{D3FD0887-C205-427F-9457-734C169A84ED}"/>
              </a:ext>
            </a:extLst>
          </p:cNvPr>
          <p:cNvSpPr txBox="1">
            <a:spLocks/>
          </p:cNvSpPr>
          <p:nvPr userDrawn="1"/>
        </p:nvSpPr>
        <p:spPr>
          <a:xfrm>
            <a:off x="224466" y="213677"/>
            <a:ext cx="518160" cy="365125"/>
          </a:xfrm>
          <a:prstGeom prst="rect">
            <a:avLst/>
          </a:prstGeom>
        </p:spPr>
        <p:txBody>
          <a:bodyPr vert="horz" lIns="91440" tIns="45720" rIns="91440" bIns="45720" rtlCol="0" anchor="ctr"/>
          <a:lstStyle>
            <a:defPPr>
              <a:defRPr lang="ko-KR"/>
            </a:defPPr>
            <a:lvl1pPr marL="0" algn="ctr" defTabSz="914400" rtl="0" eaLnBrk="1" latinLnBrk="1" hangingPunct="1">
              <a:defRPr sz="2000" b="1" kern="1200">
                <a:solidFill>
                  <a:schemeClr val="accent6">
                    <a:lumMod val="50000"/>
                  </a:schemeClr>
                </a:solidFill>
                <a:latin typeface="+mn-ea"/>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2E51C1A5-19F7-4412-8E19-5FAA7BD10B67}" type="slidenum">
              <a:rPr lang="ko-KR" altLang="en-US" smtClean="0"/>
              <a:pPr/>
              <a:t>‹#›</a:t>
            </a:fld>
            <a:endParaRPr lang="ko-KR" altLang="en-US" dirty="0"/>
          </a:p>
        </p:txBody>
      </p:sp>
    </p:spTree>
    <p:extLst>
      <p:ext uri="{BB962C8B-B14F-4D97-AF65-F5344CB8AC3E}">
        <p14:creationId xmlns:p14="http://schemas.microsoft.com/office/powerpoint/2010/main" val="377111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9FD22BA4-7042-4FBF-A14D-0E12751448DF}"/>
              </a:ext>
            </a:extLst>
          </p:cNvPr>
          <p:cNvPicPr>
            <a:picLocks noChangeAspect="1"/>
          </p:cNvPicPr>
          <p:nvPr userDrawn="1"/>
        </p:nvPicPr>
        <p:blipFill>
          <a:blip r:embed="rId2"/>
          <a:stretch>
            <a:fillRect/>
          </a:stretch>
        </p:blipFill>
        <p:spPr>
          <a:xfrm>
            <a:off x="190500" y="117635"/>
            <a:ext cx="589407" cy="563404"/>
          </a:xfrm>
          <a:prstGeom prst="rect">
            <a:avLst/>
          </a:prstGeom>
        </p:spPr>
      </p:pic>
      <p:sp>
        <p:nvSpPr>
          <p:cNvPr id="2" name="제목 1">
            <a:extLst>
              <a:ext uri="{FF2B5EF4-FFF2-40B4-BE49-F238E27FC236}">
                <a16:creationId xmlns:a16="http://schemas.microsoft.com/office/drawing/2014/main" id="{41F21F0C-637A-4855-B63F-E88605A7827F}"/>
              </a:ext>
            </a:extLst>
          </p:cNvPr>
          <p:cNvSpPr>
            <a:spLocks noGrp="1"/>
          </p:cNvSpPr>
          <p:nvPr>
            <p:ph type="title"/>
          </p:nvPr>
        </p:nvSpPr>
        <p:spPr/>
        <p:txBody>
          <a:bodyPr/>
          <a:lstStyle>
            <a:lvl1pPr>
              <a:defRPr>
                <a:latin typeface="+mn-ea"/>
                <a:ea typeface="+mn-ea"/>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2C3DB513-DADB-481C-9050-267E564F4E4B}"/>
              </a:ext>
            </a:extLst>
          </p:cNvPr>
          <p:cNvSpPr>
            <a:spLocks noGrp="1"/>
          </p:cNvSpPr>
          <p:nvPr>
            <p:ph sz="half" idx="1"/>
          </p:nvPr>
        </p:nvSpPr>
        <p:spPr>
          <a:xfrm>
            <a:off x="838200" y="800100"/>
            <a:ext cx="5181600" cy="5376863"/>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내용 개체 틀 3">
            <a:extLst>
              <a:ext uri="{FF2B5EF4-FFF2-40B4-BE49-F238E27FC236}">
                <a16:creationId xmlns:a16="http://schemas.microsoft.com/office/drawing/2014/main" id="{94C3637F-1FEB-4A31-9A10-2E67F1A0B84E}"/>
              </a:ext>
            </a:extLst>
          </p:cNvPr>
          <p:cNvSpPr>
            <a:spLocks noGrp="1"/>
          </p:cNvSpPr>
          <p:nvPr>
            <p:ph sz="half" idx="2"/>
          </p:nvPr>
        </p:nvSpPr>
        <p:spPr>
          <a:xfrm>
            <a:off x="6172200" y="800100"/>
            <a:ext cx="5181600" cy="5376863"/>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5" name="날짜 개체 틀 4">
            <a:extLst>
              <a:ext uri="{FF2B5EF4-FFF2-40B4-BE49-F238E27FC236}">
                <a16:creationId xmlns:a16="http://schemas.microsoft.com/office/drawing/2014/main" id="{6C4A7387-623D-40A6-A948-6739DF15733D}"/>
              </a:ext>
            </a:extLst>
          </p:cNvPr>
          <p:cNvSpPr>
            <a:spLocks noGrp="1"/>
          </p:cNvSpPr>
          <p:nvPr>
            <p:ph type="dt" sz="half" idx="10"/>
          </p:nvPr>
        </p:nvSpPr>
        <p:spPr/>
        <p:txBody>
          <a:bodyPr/>
          <a:lstStyle>
            <a:lvl1pPr>
              <a:defRPr>
                <a:latin typeface="+mn-ea"/>
                <a:ea typeface="+mn-ea"/>
              </a:defRPr>
            </a:lvl1pPr>
          </a:lstStyle>
          <a:p>
            <a:fld id="{D1498F8B-0D27-42BC-8DB5-33E7B479C62D}" type="datetime1">
              <a:rPr lang="ko-KR" altLang="en-US" smtClean="0"/>
              <a:pPr/>
              <a:t>2026-03-05</a:t>
            </a:fld>
            <a:endParaRPr lang="ko-KR" altLang="en-US"/>
          </a:p>
        </p:txBody>
      </p:sp>
      <p:sp>
        <p:nvSpPr>
          <p:cNvPr id="6" name="바닥글 개체 틀 5">
            <a:extLst>
              <a:ext uri="{FF2B5EF4-FFF2-40B4-BE49-F238E27FC236}">
                <a16:creationId xmlns:a16="http://schemas.microsoft.com/office/drawing/2014/main" id="{6050D62E-F0A5-4DAB-B3EF-0B59F6D7B424}"/>
              </a:ext>
            </a:extLst>
          </p:cNvPr>
          <p:cNvSpPr>
            <a:spLocks noGrp="1"/>
          </p:cNvSpPr>
          <p:nvPr>
            <p:ph type="ftr" sz="quarter" idx="11"/>
          </p:nvPr>
        </p:nvSpPr>
        <p:spPr/>
        <p:txBody>
          <a:bodyPr/>
          <a:lstStyle>
            <a:lvl1pPr>
              <a:defRPr>
                <a:latin typeface="+mn-ea"/>
                <a:ea typeface="+mn-ea"/>
              </a:defRPr>
            </a:lvl1pPr>
          </a:lstStyle>
          <a:p>
            <a:endParaRPr lang="ko-KR" altLang="en-US"/>
          </a:p>
        </p:txBody>
      </p:sp>
      <p:sp>
        <p:nvSpPr>
          <p:cNvPr id="7" name="슬라이드 번호 개체 틀 6">
            <a:extLst>
              <a:ext uri="{FF2B5EF4-FFF2-40B4-BE49-F238E27FC236}">
                <a16:creationId xmlns:a16="http://schemas.microsoft.com/office/drawing/2014/main" id="{5CD2AA97-BD43-44F6-90A0-40C3538E6E78}"/>
              </a:ext>
            </a:extLst>
          </p:cNvPr>
          <p:cNvSpPr>
            <a:spLocks noGrp="1"/>
          </p:cNvSpPr>
          <p:nvPr>
            <p:ph type="sldNum" sz="quarter" idx="12"/>
          </p:nvPr>
        </p:nvSpPr>
        <p:spPr/>
        <p:txBody>
          <a:bodyPr/>
          <a:lstStyle>
            <a:lvl1pPr>
              <a:defRPr>
                <a:latin typeface="+mn-ea"/>
                <a:ea typeface="+mn-ea"/>
              </a:defRPr>
            </a:lvl1pPr>
          </a:lstStyle>
          <a:p>
            <a:fld id="{2E51C1A5-19F7-4412-8E19-5FAA7BD10B67}" type="slidenum">
              <a:rPr lang="ko-KR" altLang="en-US" smtClean="0"/>
              <a:pPr/>
              <a:t>‹#›</a:t>
            </a:fld>
            <a:endParaRPr lang="ko-KR" altLang="en-US"/>
          </a:p>
        </p:txBody>
      </p:sp>
      <p:pic>
        <p:nvPicPr>
          <p:cNvPr id="8" name="그림 7">
            <a:extLst>
              <a:ext uri="{FF2B5EF4-FFF2-40B4-BE49-F238E27FC236}">
                <a16:creationId xmlns:a16="http://schemas.microsoft.com/office/drawing/2014/main" id="{BE37C50E-7695-422E-900A-E03CA9D66E69}"/>
              </a:ext>
            </a:extLst>
          </p:cNvPr>
          <p:cNvPicPr>
            <a:picLocks noChangeAspect="1"/>
          </p:cNvPicPr>
          <p:nvPr userDrawn="1"/>
        </p:nvPicPr>
        <p:blipFill>
          <a:blip r:embed="rId3"/>
          <a:stretch>
            <a:fillRect/>
          </a:stretch>
        </p:blipFill>
        <p:spPr>
          <a:xfrm>
            <a:off x="838200" y="742903"/>
            <a:ext cx="10515600" cy="45719"/>
          </a:xfrm>
          <a:prstGeom prst="rect">
            <a:avLst/>
          </a:prstGeom>
        </p:spPr>
      </p:pic>
    </p:spTree>
    <p:extLst>
      <p:ext uri="{BB962C8B-B14F-4D97-AF65-F5344CB8AC3E}">
        <p14:creationId xmlns:p14="http://schemas.microsoft.com/office/powerpoint/2010/main" val="19768025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52855337-220E-43B5-BE59-7F78AB391D66}"/>
              </a:ext>
            </a:extLst>
          </p:cNvPr>
          <p:cNvSpPr>
            <a:spLocks noGrp="1"/>
          </p:cNvSpPr>
          <p:nvPr>
            <p:ph type="title"/>
          </p:nvPr>
        </p:nvSpPr>
        <p:spPr>
          <a:xfrm>
            <a:off x="838200" y="136524"/>
            <a:ext cx="10515600" cy="621567"/>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9CFB0879-5650-4E9B-A49F-FE7D0A53ECED}"/>
              </a:ext>
            </a:extLst>
          </p:cNvPr>
          <p:cNvSpPr>
            <a:spLocks noGrp="1"/>
          </p:cNvSpPr>
          <p:nvPr>
            <p:ph type="body" idx="1"/>
          </p:nvPr>
        </p:nvSpPr>
        <p:spPr>
          <a:xfrm>
            <a:off x="838200" y="830580"/>
            <a:ext cx="10515600" cy="5346383"/>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a:extLst>
              <a:ext uri="{FF2B5EF4-FFF2-40B4-BE49-F238E27FC236}">
                <a16:creationId xmlns:a16="http://schemas.microsoft.com/office/drawing/2014/main" id="{198D9A40-DF20-49BE-95A5-D099CFBFB3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latin typeface="+mn-ea"/>
                <a:ea typeface="+mn-ea"/>
              </a:defRPr>
            </a:lvl1pPr>
          </a:lstStyle>
          <a:p>
            <a:fld id="{5759EBEA-79D4-4E4B-B3AF-47DEBDEF1A75}" type="datetime1">
              <a:rPr lang="ko-KR" altLang="en-US" smtClean="0"/>
              <a:pPr/>
              <a:t>2026-03-05</a:t>
            </a:fld>
            <a:endParaRPr lang="ko-KR" altLang="en-US"/>
          </a:p>
        </p:txBody>
      </p:sp>
      <p:sp>
        <p:nvSpPr>
          <p:cNvPr id="5" name="바닥글 개체 틀 4">
            <a:extLst>
              <a:ext uri="{FF2B5EF4-FFF2-40B4-BE49-F238E27FC236}">
                <a16:creationId xmlns:a16="http://schemas.microsoft.com/office/drawing/2014/main" id="{FF3CA6D5-18A4-402E-887A-ED33113B4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latin typeface="+mn-ea"/>
                <a:ea typeface="+mn-ea"/>
              </a:defRPr>
            </a:lvl1pPr>
          </a:lstStyle>
          <a:p>
            <a:endParaRPr lang="ko-KR" altLang="en-US"/>
          </a:p>
        </p:txBody>
      </p:sp>
      <p:sp>
        <p:nvSpPr>
          <p:cNvPr id="6" name="슬라이드 번호 개체 틀 5">
            <a:extLst>
              <a:ext uri="{FF2B5EF4-FFF2-40B4-BE49-F238E27FC236}">
                <a16:creationId xmlns:a16="http://schemas.microsoft.com/office/drawing/2014/main" id="{47CAB645-5E42-497E-8E02-CEB6C6F02719}"/>
              </a:ext>
            </a:extLst>
          </p:cNvPr>
          <p:cNvSpPr>
            <a:spLocks noGrp="1"/>
          </p:cNvSpPr>
          <p:nvPr>
            <p:ph type="sldNum" sz="quarter" idx="4"/>
          </p:nvPr>
        </p:nvSpPr>
        <p:spPr>
          <a:xfrm>
            <a:off x="224466" y="213677"/>
            <a:ext cx="518160" cy="365125"/>
          </a:xfrm>
          <a:prstGeom prst="rect">
            <a:avLst/>
          </a:prstGeom>
        </p:spPr>
        <p:txBody>
          <a:bodyPr vert="horz" lIns="91440" tIns="45720" rIns="91440" bIns="45720" rtlCol="0" anchor="ctr"/>
          <a:lstStyle>
            <a:lvl1pPr algn="ctr">
              <a:defRPr sz="2000" b="1">
                <a:solidFill>
                  <a:schemeClr val="accent6">
                    <a:lumMod val="50000"/>
                  </a:schemeClr>
                </a:solidFill>
                <a:latin typeface="+mn-ea"/>
                <a:ea typeface="+mn-ea"/>
              </a:defRPr>
            </a:lvl1pPr>
          </a:lstStyle>
          <a:p>
            <a:fld id="{2E51C1A5-19F7-4412-8E19-5FAA7BD10B67}" type="slidenum">
              <a:rPr lang="ko-KR" altLang="en-US" smtClean="0"/>
              <a:pPr/>
              <a:t>‹#›</a:t>
            </a:fld>
            <a:endParaRPr lang="ko-KR" altLang="en-US" dirty="0"/>
          </a:p>
        </p:txBody>
      </p:sp>
    </p:spTree>
    <p:extLst>
      <p:ext uri="{BB962C8B-B14F-4D97-AF65-F5344CB8AC3E}">
        <p14:creationId xmlns:p14="http://schemas.microsoft.com/office/powerpoint/2010/main" val="287423623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94" r:id="rId3"/>
    <p:sldLayoutId id="2147483693" r:id="rId4"/>
    <p:sldLayoutId id="2147483692" r:id="rId5"/>
    <p:sldLayoutId id="2147483689" r:id="rId6"/>
  </p:sldLayoutIdLst>
  <p:hf hdr="0" ftr="0" dt="0"/>
  <p:txStyles>
    <p:titleStyle>
      <a:lvl1pPr algn="l" defTabSz="914400" rtl="0" eaLnBrk="1" latinLnBrk="1" hangingPunct="1">
        <a:lnSpc>
          <a:spcPct val="90000"/>
        </a:lnSpc>
        <a:spcBef>
          <a:spcPct val="0"/>
        </a:spcBef>
        <a:buNone/>
        <a:defRPr sz="2800" b="1" kern="1200">
          <a:solidFill>
            <a:schemeClr val="tx1"/>
          </a:solidFill>
          <a:latin typeface="+mn-ea"/>
          <a:ea typeface="+mn-ea"/>
          <a:cs typeface="+mj-cs"/>
        </a:defRPr>
      </a:lvl1pPr>
    </p:titleStyle>
    <p:bodyStyle>
      <a:lvl1pPr marL="228600" indent="-228600" algn="l" defTabSz="914400" rtl="0" eaLnBrk="1" latinLnBrk="1" hangingPunct="1">
        <a:lnSpc>
          <a:spcPct val="150000"/>
        </a:lnSpc>
        <a:spcBef>
          <a:spcPts val="1000"/>
        </a:spcBef>
        <a:buSzPct val="125000"/>
        <a:buFont typeface="Wingdings" panose="05000000000000000000" pitchFamily="2" charset="2"/>
        <a:buChar char="§"/>
        <a:defRPr sz="2400" b="1" kern="1200">
          <a:solidFill>
            <a:schemeClr val="tx1"/>
          </a:solidFill>
          <a:latin typeface="+mn-ea"/>
          <a:ea typeface="+mn-ea"/>
          <a:cs typeface="+mn-cs"/>
        </a:defRPr>
      </a:lvl1pPr>
      <a:lvl2pPr marL="685800" indent="-228600" algn="l" defTabSz="914400" rtl="0" eaLnBrk="1" latinLnBrk="1" hangingPunct="1">
        <a:lnSpc>
          <a:spcPct val="150000"/>
        </a:lnSpc>
        <a:spcBef>
          <a:spcPts val="500"/>
        </a:spcBef>
        <a:buSzPct val="80000"/>
        <a:buFont typeface="Wingdings" panose="05000000000000000000" pitchFamily="2" charset="2"/>
        <a:buChar char="l"/>
        <a:defRPr sz="2000" kern="1200">
          <a:solidFill>
            <a:schemeClr val="tx1"/>
          </a:solidFill>
          <a:latin typeface="+mn-ea"/>
          <a:ea typeface="+mn-ea"/>
          <a:cs typeface="+mn-cs"/>
        </a:defRPr>
      </a:lvl2pPr>
      <a:lvl3pPr marL="1143000" indent="-228600" algn="l" defTabSz="914400" rtl="0" eaLnBrk="1" latinLnBrk="1" hangingPunct="1">
        <a:lnSpc>
          <a:spcPct val="150000"/>
        </a:lnSpc>
        <a:spcBef>
          <a:spcPts val="500"/>
        </a:spcBef>
        <a:buFont typeface="Wingdings" panose="05000000000000000000" pitchFamily="2" charset="2"/>
        <a:buChar char="§"/>
        <a:defRPr sz="1800" kern="1200">
          <a:solidFill>
            <a:schemeClr val="tx1"/>
          </a:solidFill>
          <a:latin typeface="+mn-ea"/>
          <a:ea typeface="+mn-ea"/>
          <a:cs typeface="+mn-cs"/>
        </a:defRPr>
      </a:lvl3pPr>
      <a:lvl4pPr marL="1600200" indent="-228600" algn="l" defTabSz="914400" rtl="0" eaLnBrk="1" latinLnBrk="1" hangingPunct="1">
        <a:lnSpc>
          <a:spcPct val="15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1" hangingPunct="1">
        <a:lnSpc>
          <a:spcPct val="15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pring-projects/spring-boot/wiki#release-notes" TargetMode="External"/><Relationship Id="rId2" Type="http://schemas.openxmlformats.org/officeDocument/2006/relationships/hyperlink" Target="https://spring.io/projects/spring-boo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51731F-D07B-4885-810C-9BD3B94D5422}"/>
              </a:ext>
            </a:extLst>
          </p:cNvPr>
          <p:cNvSpPr>
            <a:spLocks noGrp="1"/>
          </p:cNvSpPr>
          <p:nvPr>
            <p:ph type="ctrTitle"/>
          </p:nvPr>
        </p:nvSpPr>
        <p:spPr/>
        <p:txBody>
          <a:bodyPr/>
          <a:lstStyle/>
          <a:p>
            <a:r>
              <a:rPr lang="en-US" altLang="ko-KR" dirty="0"/>
              <a:t>Spring Boot </a:t>
            </a:r>
            <a:r>
              <a:rPr lang="ko-KR" altLang="en-US" dirty="0"/>
              <a:t>소개</a:t>
            </a:r>
          </a:p>
        </p:txBody>
      </p:sp>
      <p:sp>
        <p:nvSpPr>
          <p:cNvPr id="3" name="부제목 2">
            <a:extLst>
              <a:ext uri="{FF2B5EF4-FFF2-40B4-BE49-F238E27FC236}">
                <a16:creationId xmlns:a16="http://schemas.microsoft.com/office/drawing/2014/main" id="{3FA8404F-E9DA-430D-96B9-AFB0F355AB13}"/>
              </a:ext>
            </a:extLst>
          </p:cNvPr>
          <p:cNvSpPr>
            <a:spLocks noGrp="1"/>
          </p:cNvSpPr>
          <p:nvPr>
            <p:ph type="subTitle" idx="1"/>
          </p:nvPr>
        </p:nvSpPr>
        <p:spPr/>
        <p:txBody>
          <a:bodyPr/>
          <a:lstStyle/>
          <a:p>
            <a:r>
              <a:rPr lang="en-US" altLang="ko-KR" dirty="0"/>
              <a:t>egyou@induk.ac.kr</a:t>
            </a:r>
            <a:endParaRPr lang="ko-KR" altLang="en-US" dirty="0"/>
          </a:p>
        </p:txBody>
      </p:sp>
    </p:spTree>
    <p:extLst>
      <p:ext uri="{BB962C8B-B14F-4D97-AF65-F5344CB8AC3E}">
        <p14:creationId xmlns:p14="http://schemas.microsoft.com/office/powerpoint/2010/main" val="1917857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CCCE46-8368-4DAA-9BB0-651897521418}"/>
              </a:ext>
            </a:extLst>
          </p:cNvPr>
          <p:cNvSpPr>
            <a:spLocks noGrp="1"/>
          </p:cNvSpPr>
          <p:nvPr>
            <p:ph type="title"/>
          </p:nvPr>
        </p:nvSpPr>
        <p:spPr/>
        <p:txBody>
          <a:bodyPr/>
          <a:lstStyle/>
          <a:p>
            <a:r>
              <a:rPr lang="ko-KR" altLang="en-US" dirty="0"/>
              <a:t>학습 개요</a:t>
            </a:r>
          </a:p>
        </p:txBody>
      </p:sp>
      <p:sp>
        <p:nvSpPr>
          <p:cNvPr id="3" name="내용 개체 틀 2">
            <a:extLst>
              <a:ext uri="{FF2B5EF4-FFF2-40B4-BE49-F238E27FC236}">
                <a16:creationId xmlns:a16="http://schemas.microsoft.com/office/drawing/2014/main" id="{C5EEF0DB-D425-4A79-88A2-D1456C4B72F5}"/>
              </a:ext>
            </a:extLst>
          </p:cNvPr>
          <p:cNvSpPr>
            <a:spLocks noGrp="1"/>
          </p:cNvSpPr>
          <p:nvPr>
            <p:ph idx="1"/>
          </p:nvPr>
        </p:nvSpPr>
        <p:spPr/>
        <p:txBody>
          <a:bodyPr>
            <a:normAutofit fontScale="92500" lnSpcReduction="20000"/>
          </a:bodyPr>
          <a:lstStyle/>
          <a:p>
            <a:pPr>
              <a:lnSpc>
                <a:spcPct val="150000"/>
              </a:lnSpc>
            </a:pPr>
            <a:r>
              <a:rPr lang="ko-KR" altLang="en-US" dirty="0"/>
              <a:t>학습 배경</a:t>
            </a:r>
            <a:endParaRPr lang="en-US" altLang="ko-KR" dirty="0"/>
          </a:p>
          <a:p>
            <a:pPr lvl="1">
              <a:lnSpc>
                <a:spcPct val="150000"/>
              </a:lnSpc>
            </a:pPr>
            <a:r>
              <a:rPr lang="ko-KR" altLang="en-US" dirty="0"/>
              <a:t>프로덕션급 애플리케이션을 개발하기 위해 프레임워크를 활용하고 있고</a:t>
            </a:r>
            <a:r>
              <a:rPr lang="en-US" altLang="ko-KR" dirty="0"/>
              <a:t>, Java </a:t>
            </a:r>
            <a:r>
              <a:rPr lang="ko-KR" altLang="en-US" dirty="0"/>
              <a:t>기반 오픈소스 프레임워크인 </a:t>
            </a:r>
            <a:r>
              <a:rPr lang="en-US" altLang="ko-KR" dirty="0"/>
              <a:t>Spring Framework</a:t>
            </a:r>
            <a:r>
              <a:rPr lang="ko-KR" altLang="en-US" dirty="0"/>
              <a:t>가 널리 사용되고 있다</a:t>
            </a:r>
            <a:r>
              <a:rPr lang="en-US" altLang="ko-KR" dirty="0"/>
              <a:t>.</a:t>
            </a:r>
          </a:p>
          <a:p>
            <a:pPr lvl="1">
              <a:lnSpc>
                <a:spcPct val="150000"/>
              </a:lnSpc>
            </a:pPr>
            <a:r>
              <a:rPr lang="en-US" altLang="ko-KR" dirty="0"/>
              <a:t>Spring Framework </a:t>
            </a:r>
            <a:r>
              <a:rPr lang="ko-KR" altLang="en-US" dirty="0"/>
              <a:t>개발은 방대한 구성요소들 중 필요한 구성 요소를 개발자가 직접 설정</a:t>
            </a:r>
            <a:r>
              <a:rPr lang="en-US" altLang="ko-KR" dirty="0"/>
              <a:t>(configuration)</a:t>
            </a:r>
            <a:r>
              <a:rPr lang="ko-KR" altLang="en-US" dirty="0"/>
              <a:t>해야 하기때문에 프로젝트를 빠르고</a:t>
            </a:r>
            <a:r>
              <a:rPr lang="en-US" altLang="ko-KR" dirty="0"/>
              <a:t>, </a:t>
            </a:r>
            <a:r>
              <a:rPr lang="ko-KR" altLang="en-US" dirty="0"/>
              <a:t>간편하게 시작하는데 어려움이 있다</a:t>
            </a:r>
            <a:r>
              <a:rPr lang="en-US" altLang="ko-KR" dirty="0"/>
              <a:t>.</a:t>
            </a:r>
          </a:p>
          <a:p>
            <a:pPr lvl="2">
              <a:lnSpc>
                <a:spcPct val="150000"/>
              </a:lnSpc>
            </a:pPr>
            <a:r>
              <a:rPr lang="ko-KR" altLang="en-US" dirty="0"/>
              <a:t>참고</a:t>
            </a:r>
            <a:r>
              <a:rPr lang="en-US" altLang="ko-KR" dirty="0"/>
              <a:t>) </a:t>
            </a:r>
          </a:p>
          <a:p>
            <a:pPr lvl="3">
              <a:lnSpc>
                <a:spcPct val="150000"/>
              </a:lnSpc>
            </a:pPr>
            <a:r>
              <a:rPr lang="en-US" altLang="ko-KR" dirty="0">
                <a:hlinkClick r:id="rId2"/>
              </a:rPr>
              <a:t>https://spring.io/projects/spring-boot</a:t>
            </a:r>
            <a:endParaRPr lang="en-US" altLang="ko-KR" dirty="0"/>
          </a:p>
          <a:p>
            <a:pPr lvl="3">
              <a:lnSpc>
                <a:spcPct val="150000"/>
              </a:lnSpc>
            </a:pPr>
            <a:r>
              <a:rPr lang="en-US" altLang="ko-KR" dirty="0">
                <a:hlinkClick r:id="rId3"/>
              </a:rPr>
              <a:t>https://github.com/spring-projects/spring-boot/wiki#release-notes</a:t>
            </a:r>
            <a:endParaRPr lang="en-US" altLang="ko-KR" dirty="0"/>
          </a:p>
          <a:p>
            <a:pPr>
              <a:lnSpc>
                <a:spcPct val="150000"/>
              </a:lnSpc>
            </a:pPr>
            <a:r>
              <a:rPr lang="ko-KR" altLang="en-US" dirty="0"/>
              <a:t>학습 목표</a:t>
            </a:r>
            <a:endParaRPr lang="en-US" altLang="ko-KR" dirty="0"/>
          </a:p>
          <a:p>
            <a:pPr lvl="1">
              <a:lnSpc>
                <a:spcPct val="150000"/>
              </a:lnSpc>
            </a:pPr>
            <a:r>
              <a:rPr lang="ko-KR" altLang="en-US" dirty="0"/>
              <a:t>필요한 구성 요소를 개발자가 직접 설정</a:t>
            </a:r>
            <a:r>
              <a:rPr lang="en-US" altLang="ko-KR" dirty="0"/>
              <a:t>(configuration)</a:t>
            </a:r>
            <a:r>
              <a:rPr lang="ko-KR" altLang="en-US" dirty="0"/>
              <a:t>하는 부분을 최소화하여 빠른 개발과 시작이 가능하도록 하는 </a:t>
            </a:r>
            <a:r>
              <a:rPr lang="en-US" altLang="ko-KR" dirty="0"/>
              <a:t>Spring Boot</a:t>
            </a:r>
            <a:r>
              <a:rPr lang="ko-KR" altLang="en-US" dirty="0"/>
              <a:t>를 학습하고</a:t>
            </a:r>
            <a:r>
              <a:rPr lang="en-US" altLang="ko-KR" dirty="0"/>
              <a:t>, </a:t>
            </a:r>
            <a:r>
              <a:rPr lang="ko-KR" altLang="en-US" dirty="0"/>
              <a:t>이를 활용할 수 있는 능력을 배양한다</a:t>
            </a:r>
            <a:r>
              <a:rPr lang="en-US" altLang="ko-KR" dirty="0"/>
              <a:t>.</a:t>
            </a:r>
          </a:p>
          <a:p>
            <a:pPr lvl="2">
              <a:lnSpc>
                <a:spcPct val="150000"/>
              </a:lnSpc>
            </a:pPr>
            <a:endParaRPr lang="en-US" altLang="ko-KR" dirty="0"/>
          </a:p>
          <a:p>
            <a:pPr lvl="1"/>
            <a:endParaRPr lang="ko-KR" altLang="en-US" dirty="0"/>
          </a:p>
        </p:txBody>
      </p:sp>
      <p:sp>
        <p:nvSpPr>
          <p:cNvPr id="4" name="슬라이드 번호 개체 틀 3">
            <a:extLst>
              <a:ext uri="{FF2B5EF4-FFF2-40B4-BE49-F238E27FC236}">
                <a16:creationId xmlns:a16="http://schemas.microsoft.com/office/drawing/2014/main" id="{C16F2ED8-98D6-4B12-B45E-DE21D1C6CD81}"/>
              </a:ext>
            </a:extLst>
          </p:cNvPr>
          <p:cNvSpPr>
            <a:spLocks noGrp="1"/>
          </p:cNvSpPr>
          <p:nvPr>
            <p:ph type="sldNum" sz="quarter" idx="12"/>
          </p:nvPr>
        </p:nvSpPr>
        <p:spPr/>
        <p:txBody>
          <a:bodyPr/>
          <a:lstStyle/>
          <a:p>
            <a:fld id="{2E51C1A5-19F7-4412-8E19-5FAA7BD10B67}" type="slidenum">
              <a:rPr lang="ko-KR" altLang="en-US" smtClean="0"/>
              <a:t>2</a:t>
            </a:fld>
            <a:endParaRPr lang="ko-KR" altLang="en-US"/>
          </a:p>
        </p:txBody>
      </p:sp>
    </p:spTree>
    <p:extLst>
      <p:ext uri="{BB962C8B-B14F-4D97-AF65-F5344CB8AC3E}">
        <p14:creationId xmlns:p14="http://schemas.microsoft.com/office/powerpoint/2010/main" val="3767561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E135296-A543-4668-BA38-43D638264F2E}"/>
              </a:ext>
            </a:extLst>
          </p:cNvPr>
          <p:cNvSpPr>
            <a:spLocks noGrp="1"/>
          </p:cNvSpPr>
          <p:nvPr>
            <p:ph type="title"/>
          </p:nvPr>
        </p:nvSpPr>
        <p:spPr/>
        <p:txBody>
          <a:bodyPr/>
          <a:lstStyle/>
          <a:p>
            <a:r>
              <a:rPr lang="ko-KR" altLang="en-US" dirty="0"/>
              <a:t>학습 내용</a:t>
            </a:r>
          </a:p>
        </p:txBody>
      </p:sp>
      <p:sp>
        <p:nvSpPr>
          <p:cNvPr id="3" name="내용 개체 틀 2">
            <a:extLst>
              <a:ext uri="{FF2B5EF4-FFF2-40B4-BE49-F238E27FC236}">
                <a16:creationId xmlns:a16="http://schemas.microsoft.com/office/drawing/2014/main" id="{E38DD62A-D3E4-45BB-8971-74A1B9FDAF15}"/>
              </a:ext>
            </a:extLst>
          </p:cNvPr>
          <p:cNvSpPr>
            <a:spLocks noGrp="1"/>
          </p:cNvSpPr>
          <p:nvPr>
            <p:ph idx="1"/>
          </p:nvPr>
        </p:nvSpPr>
        <p:spPr/>
        <p:txBody>
          <a:bodyPr/>
          <a:lstStyle/>
          <a:p>
            <a:r>
              <a:rPr lang="en-US" altLang="ko-KR" dirty="0"/>
              <a:t>Spring</a:t>
            </a:r>
            <a:r>
              <a:rPr lang="ko-KR" altLang="en-US" dirty="0"/>
              <a:t> </a:t>
            </a:r>
            <a:r>
              <a:rPr lang="en-US" altLang="ko-KR" dirty="0"/>
              <a:t>Boot </a:t>
            </a:r>
            <a:r>
              <a:rPr lang="ko-KR" altLang="en-US" dirty="0"/>
              <a:t>등장 배경</a:t>
            </a:r>
            <a:r>
              <a:rPr lang="en-US" altLang="ko-KR" dirty="0"/>
              <a:t>, </a:t>
            </a:r>
            <a:r>
              <a:rPr lang="ko-KR" altLang="en-US" dirty="0"/>
              <a:t>목표</a:t>
            </a:r>
            <a:r>
              <a:rPr lang="en-US" altLang="ko-KR" dirty="0"/>
              <a:t>, </a:t>
            </a:r>
            <a:r>
              <a:rPr lang="ko-KR" altLang="en-US" dirty="0"/>
              <a:t>정의</a:t>
            </a:r>
            <a:r>
              <a:rPr lang="en-US" altLang="ko-KR" dirty="0"/>
              <a:t>, </a:t>
            </a:r>
            <a:r>
              <a:rPr lang="ko-KR" altLang="en-US" dirty="0"/>
              <a:t>특징에 대하여 학습한다</a:t>
            </a:r>
            <a:r>
              <a:rPr lang="en-US" altLang="ko-KR" dirty="0"/>
              <a:t>.</a:t>
            </a:r>
          </a:p>
          <a:p>
            <a:r>
              <a:rPr lang="en-US" altLang="ko-KR" dirty="0"/>
              <a:t>Spring Boot Project </a:t>
            </a:r>
            <a:r>
              <a:rPr lang="ko-KR" altLang="en-US" dirty="0"/>
              <a:t>생성</a:t>
            </a:r>
            <a:r>
              <a:rPr lang="en-US" altLang="ko-KR" dirty="0"/>
              <a:t> </a:t>
            </a:r>
            <a:r>
              <a:rPr lang="ko-KR" altLang="en-US" dirty="0"/>
              <a:t>방법에 대하여 학습한다</a:t>
            </a:r>
            <a:r>
              <a:rPr lang="en-US" altLang="ko-KR" dirty="0"/>
              <a:t>.</a:t>
            </a:r>
          </a:p>
          <a:p>
            <a:r>
              <a:rPr lang="en-US" altLang="ko-KR" dirty="0"/>
              <a:t>Spring Boot</a:t>
            </a:r>
            <a:r>
              <a:rPr lang="ko-KR" altLang="en-US" dirty="0"/>
              <a:t> </a:t>
            </a:r>
            <a:r>
              <a:rPr lang="en-US" altLang="ko-KR" dirty="0"/>
              <a:t>Project</a:t>
            </a:r>
            <a:r>
              <a:rPr lang="ko-KR" altLang="en-US" dirty="0"/>
              <a:t>의</a:t>
            </a:r>
            <a:r>
              <a:rPr lang="en-US" altLang="ko-KR" dirty="0"/>
              <a:t> </a:t>
            </a:r>
            <a:r>
              <a:rPr lang="ko-KR" altLang="en-US" dirty="0"/>
              <a:t>디렉터리 구조에 대하여 학습한다</a:t>
            </a:r>
            <a:r>
              <a:rPr lang="en-US" altLang="ko-KR" dirty="0"/>
              <a:t>.</a:t>
            </a:r>
          </a:p>
          <a:p>
            <a:endParaRPr lang="en-US" altLang="ko-KR" dirty="0"/>
          </a:p>
          <a:p>
            <a:endParaRPr lang="ko-KR" altLang="en-US" dirty="0"/>
          </a:p>
        </p:txBody>
      </p:sp>
      <p:sp>
        <p:nvSpPr>
          <p:cNvPr id="4" name="슬라이드 번호 개체 틀 3">
            <a:extLst>
              <a:ext uri="{FF2B5EF4-FFF2-40B4-BE49-F238E27FC236}">
                <a16:creationId xmlns:a16="http://schemas.microsoft.com/office/drawing/2014/main" id="{E2E3816A-F353-483B-9BE7-968BC387BC15}"/>
              </a:ext>
            </a:extLst>
          </p:cNvPr>
          <p:cNvSpPr>
            <a:spLocks noGrp="1"/>
          </p:cNvSpPr>
          <p:nvPr>
            <p:ph type="sldNum" sz="quarter" idx="12"/>
          </p:nvPr>
        </p:nvSpPr>
        <p:spPr/>
        <p:txBody>
          <a:bodyPr/>
          <a:lstStyle/>
          <a:p>
            <a:fld id="{2E51C1A5-19F7-4412-8E19-5FAA7BD10B67}" type="slidenum">
              <a:rPr lang="ko-KR" altLang="en-US" smtClean="0"/>
              <a:t>3</a:t>
            </a:fld>
            <a:endParaRPr lang="ko-KR" altLang="en-US"/>
          </a:p>
        </p:txBody>
      </p:sp>
    </p:spTree>
    <p:extLst>
      <p:ext uri="{BB962C8B-B14F-4D97-AF65-F5344CB8AC3E}">
        <p14:creationId xmlns:p14="http://schemas.microsoft.com/office/powerpoint/2010/main" val="1591112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Spring Boot </a:t>
            </a:r>
            <a:r>
              <a:rPr lang="ko-KR" altLang="en-US" dirty="0"/>
              <a:t>등장 배경 및 목표</a:t>
            </a:r>
          </a:p>
        </p:txBody>
      </p:sp>
      <p:sp>
        <p:nvSpPr>
          <p:cNvPr id="3" name="내용 개체 틀 2"/>
          <p:cNvSpPr>
            <a:spLocks noGrp="1"/>
          </p:cNvSpPr>
          <p:nvPr>
            <p:ph idx="1"/>
          </p:nvPr>
        </p:nvSpPr>
        <p:spPr/>
        <p:txBody>
          <a:bodyPr>
            <a:normAutofit/>
          </a:bodyPr>
          <a:lstStyle/>
          <a:p>
            <a:pPr>
              <a:lnSpc>
                <a:spcPct val="120000"/>
              </a:lnSpc>
            </a:pPr>
            <a:r>
              <a:rPr lang="ko-KR" altLang="en-US" dirty="0"/>
              <a:t>등장 배경</a:t>
            </a:r>
            <a:endParaRPr lang="en-US" altLang="ko-KR" dirty="0"/>
          </a:p>
          <a:p>
            <a:pPr lvl="1">
              <a:lnSpc>
                <a:spcPct val="120000"/>
              </a:lnSpc>
            </a:pPr>
            <a:r>
              <a:rPr lang="en-US" altLang="ko-KR" dirty="0"/>
              <a:t>Spring </a:t>
            </a:r>
            <a:r>
              <a:rPr lang="ko-KR" altLang="en-US" dirty="0"/>
              <a:t>개발 과정에서 빈번하게 발생하는 개발자의 결정 요구로 개발 부담이 증대되어 이에 대한 개선 방안이 요구된다</a:t>
            </a:r>
            <a:r>
              <a:rPr lang="en-US" altLang="ko-KR" dirty="0"/>
              <a:t>.</a:t>
            </a:r>
          </a:p>
          <a:p>
            <a:pPr>
              <a:lnSpc>
                <a:spcPct val="110000"/>
              </a:lnSpc>
            </a:pPr>
            <a:r>
              <a:rPr lang="ko-KR" altLang="en-US" dirty="0"/>
              <a:t>목표</a:t>
            </a:r>
            <a:endParaRPr lang="en-US" altLang="ko-KR" dirty="0"/>
          </a:p>
          <a:p>
            <a:pPr lvl="1">
              <a:lnSpc>
                <a:spcPct val="110000"/>
              </a:lnSpc>
            </a:pPr>
            <a:r>
              <a:rPr lang="ko-KR" altLang="en-US" dirty="0"/>
              <a:t>모든 </a:t>
            </a:r>
            <a:r>
              <a:rPr lang="en-US" altLang="ko-KR" dirty="0"/>
              <a:t>Spring </a:t>
            </a:r>
            <a:r>
              <a:rPr lang="ko-KR" altLang="en-US" dirty="0"/>
              <a:t>개발을 위한 급격하게 빠르고</a:t>
            </a:r>
            <a:r>
              <a:rPr lang="en-US" altLang="ko-KR" dirty="0"/>
              <a:t>,</a:t>
            </a:r>
            <a:r>
              <a:rPr lang="ko-KR" altLang="en-US" dirty="0"/>
              <a:t> 광범위하게 접근할 수 있는 시작 경험을 제공한다</a:t>
            </a:r>
            <a:r>
              <a:rPr lang="en-US" altLang="ko-KR" dirty="0"/>
              <a:t>. (“just run”)</a:t>
            </a:r>
          </a:p>
          <a:p>
            <a:pPr lvl="1">
              <a:lnSpc>
                <a:spcPct val="110000"/>
              </a:lnSpc>
            </a:pPr>
            <a:r>
              <a:rPr lang="ko-KR" altLang="en-US" dirty="0"/>
              <a:t>설치 과정 없이 바로 사용하도록 의견을 제시하지만 요구들이 </a:t>
            </a:r>
            <a:r>
              <a:rPr lang="ko-KR" altLang="en-US" dirty="0" err="1"/>
              <a:t>기본값들로부터</a:t>
            </a:r>
            <a:r>
              <a:rPr lang="ko-KR" altLang="en-US" dirty="0"/>
              <a:t> 분산되기 시작하면 신속하게 벗어나야 한다</a:t>
            </a:r>
            <a:r>
              <a:rPr lang="en-US" altLang="ko-KR" dirty="0"/>
              <a:t>.</a:t>
            </a:r>
          </a:p>
          <a:p>
            <a:pPr lvl="1">
              <a:lnSpc>
                <a:spcPct val="110000"/>
              </a:lnSpc>
            </a:pPr>
            <a:r>
              <a:rPr lang="ko-KR" altLang="en-US" dirty="0"/>
              <a:t>대규모 프로젝트 클래스를 위한 공통적인 다양한 비기능적 특징</a:t>
            </a:r>
            <a:r>
              <a:rPr lang="en-US" altLang="ko-KR" dirty="0"/>
              <a:t>(</a:t>
            </a:r>
            <a:r>
              <a:rPr lang="ko-KR" altLang="en-US" dirty="0"/>
              <a:t>임베디드 서버</a:t>
            </a:r>
            <a:r>
              <a:rPr lang="en-US" altLang="ko-KR" dirty="0"/>
              <a:t>, </a:t>
            </a:r>
            <a:r>
              <a:rPr lang="ko-KR" altLang="en-US" dirty="0"/>
              <a:t>보안</a:t>
            </a:r>
            <a:r>
              <a:rPr lang="en-US" altLang="ko-KR" dirty="0"/>
              <a:t>, </a:t>
            </a:r>
            <a:r>
              <a:rPr lang="ko-KR" altLang="en-US" dirty="0" err="1"/>
              <a:t>메트릭</a:t>
            </a:r>
            <a:r>
              <a:rPr lang="en-US" altLang="ko-KR" dirty="0"/>
              <a:t>, </a:t>
            </a:r>
            <a:r>
              <a:rPr lang="ko-KR" altLang="en-US" dirty="0"/>
              <a:t>상태 확인 및 </a:t>
            </a:r>
            <a:r>
              <a:rPr lang="ko-KR" altLang="en-US" dirty="0" err="1"/>
              <a:t>외부화된</a:t>
            </a:r>
            <a:r>
              <a:rPr lang="ko-KR" altLang="en-US" dirty="0"/>
              <a:t> 구성</a:t>
            </a:r>
            <a:r>
              <a:rPr lang="en-US" altLang="ko-KR" dirty="0"/>
              <a:t>)</a:t>
            </a:r>
            <a:r>
              <a:rPr lang="ko-KR" altLang="en-US" dirty="0"/>
              <a:t>을 제공한다</a:t>
            </a:r>
            <a:r>
              <a:rPr lang="en-US" altLang="ko-KR" dirty="0"/>
              <a:t>.</a:t>
            </a:r>
          </a:p>
          <a:p>
            <a:pPr lvl="1">
              <a:lnSpc>
                <a:spcPct val="110000"/>
              </a:lnSpc>
            </a:pPr>
            <a:r>
              <a:rPr lang="ko-KR" altLang="en-US" dirty="0"/>
              <a:t>절대로 </a:t>
            </a:r>
            <a:r>
              <a:rPr lang="en-US" altLang="ko-KR" dirty="0"/>
              <a:t>XML </a:t>
            </a:r>
            <a:r>
              <a:rPr lang="ko-KR" altLang="en-US" dirty="0"/>
              <a:t>구성에 대한 코드 생성이 없고 요구 사항이 없다</a:t>
            </a:r>
            <a:r>
              <a:rPr lang="en-US" altLang="ko-KR" dirty="0"/>
              <a:t>.</a:t>
            </a:r>
          </a:p>
          <a:p>
            <a:pPr>
              <a:lnSpc>
                <a:spcPct val="120000"/>
              </a:lnSpc>
            </a:pPr>
            <a:endParaRPr lang="en-US" altLang="ko-KR" dirty="0"/>
          </a:p>
        </p:txBody>
      </p:sp>
      <p:sp>
        <p:nvSpPr>
          <p:cNvPr id="4" name="슬라이드 번호 개체 틀 3"/>
          <p:cNvSpPr>
            <a:spLocks noGrp="1"/>
          </p:cNvSpPr>
          <p:nvPr>
            <p:ph type="sldNum" sz="quarter" idx="12"/>
          </p:nvPr>
        </p:nvSpPr>
        <p:spPr/>
        <p:txBody>
          <a:bodyPr/>
          <a:lstStyle/>
          <a:p>
            <a:fld id="{06E1A36A-650F-4ADA-A77E-A308BE12CD4D}" type="slidenum">
              <a:rPr lang="ko-KR" altLang="en-US" smtClean="0"/>
              <a:t>4</a:t>
            </a:fld>
            <a:endParaRPr lang="ko-KR" altLang="en-US"/>
          </a:p>
        </p:txBody>
      </p:sp>
    </p:spTree>
    <p:extLst>
      <p:ext uri="{BB962C8B-B14F-4D97-AF65-F5344CB8AC3E}">
        <p14:creationId xmlns:p14="http://schemas.microsoft.com/office/powerpoint/2010/main" val="2680874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227AC88-A86A-4AEB-AF87-DD7A84B40929}"/>
              </a:ext>
            </a:extLst>
          </p:cNvPr>
          <p:cNvSpPr>
            <a:spLocks noGrp="1"/>
          </p:cNvSpPr>
          <p:nvPr>
            <p:ph type="title"/>
          </p:nvPr>
        </p:nvSpPr>
        <p:spPr/>
        <p:txBody>
          <a:bodyPr/>
          <a:lstStyle/>
          <a:p>
            <a:r>
              <a:rPr lang="en-US" altLang="ko-KR" dirty="0"/>
              <a:t>Spring</a:t>
            </a:r>
            <a:r>
              <a:rPr lang="ko-KR" altLang="en-US" dirty="0"/>
              <a:t> </a:t>
            </a:r>
            <a:r>
              <a:rPr lang="en-US" altLang="ko-KR" dirty="0"/>
              <a:t>Boot</a:t>
            </a:r>
            <a:r>
              <a:rPr lang="ko-KR" altLang="en-US" dirty="0"/>
              <a:t> 정의</a:t>
            </a:r>
          </a:p>
        </p:txBody>
      </p:sp>
      <p:sp>
        <p:nvSpPr>
          <p:cNvPr id="3" name="내용 개체 틀 2">
            <a:extLst>
              <a:ext uri="{FF2B5EF4-FFF2-40B4-BE49-F238E27FC236}">
                <a16:creationId xmlns:a16="http://schemas.microsoft.com/office/drawing/2014/main" id="{BD639B8F-BC71-409E-8E34-D6DAC884273C}"/>
              </a:ext>
            </a:extLst>
          </p:cNvPr>
          <p:cNvSpPr>
            <a:spLocks noGrp="1"/>
          </p:cNvSpPr>
          <p:nvPr>
            <p:ph idx="1"/>
          </p:nvPr>
        </p:nvSpPr>
        <p:spPr/>
        <p:txBody>
          <a:bodyPr>
            <a:normAutofit/>
          </a:bodyPr>
          <a:lstStyle/>
          <a:p>
            <a:pPr>
              <a:lnSpc>
                <a:spcPct val="120000"/>
              </a:lnSpc>
            </a:pPr>
            <a:r>
              <a:rPr lang="ko-KR" altLang="en-US" dirty="0"/>
              <a:t>정의</a:t>
            </a:r>
            <a:endParaRPr lang="en-US" altLang="ko-KR" dirty="0"/>
          </a:p>
          <a:p>
            <a:pPr lvl="1">
              <a:lnSpc>
                <a:spcPct val="120000"/>
              </a:lnSpc>
            </a:pPr>
            <a:r>
              <a:rPr lang="ko-KR" altLang="en-US" dirty="0"/>
              <a:t>독립실행형</a:t>
            </a:r>
            <a:r>
              <a:rPr lang="en-US" altLang="ko-KR" dirty="0"/>
              <a:t>(stand-alone)</a:t>
            </a:r>
            <a:r>
              <a:rPr lang="ko-KR" altLang="en-US" dirty="0"/>
              <a:t> 프로덕션급</a:t>
            </a:r>
            <a:r>
              <a:rPr lang="en-US" altLang="ko-KR" dirty="0"/>
              <a:t>(production-grade)</a:t>
            </a:r>
            <a:r>
              <a:rPr lang="ko-KR" altLang="en-US" dirty="0"/>
              <a:t> </a:t>
            </a:r>
            <a:r>
              <a:rPr lang="en-US" altLang="ko-KR" dirty="0"/>
              <a:t>Spring </a:t>
            </a:r>
            <a:r>
              <a:rPr lang="ko-KR" altLang="en-US" dirty="0"/>
              <a:t>기반 응용 프로그램 개발을 신속하고 쉽게 만들기 위한 </a:t>
            </a:r>
            <a:r>
              <a:rPr lang="en-US" altLang="ko-KR" b="1" dirty="0"/>
              <a:t>Spring</a:t>
            </a:r>
            <a:r>
              <a:rPr lang="ko-KR" altLang="en-US" b="1" dirty="0"/>
              <a:t>의 </a:t>
            </a:r>
            <a:r>
              <a:rPr lang="en-US" altLang="ko-KR" b="1" dirty="0"/>
              <a:t>CoC(convention-over-configuration) </a:t>
            </a:r>
            <a:r>
              <a:rPr lang="ko-KR" altLang="en-US" b="1" dirty="0"/>
              <a:t>솔루션 </a:t>
            </a:r>
            <a:endParaRPr lang="en-US" altLang="ko-KR" b="1" dirty="0"/>
          </a:p>
          <a:p>
            <a:pPr lvl="2">
              <a:lnSpc>
                <a:spcPct val="120000"/>
              </a:lnSpc>
            </a:pPr>
            <a:r>
              <a:rPr lang="ko-KR" altLang="en-US" b="1" dirty="0"/>
              <a:t>최소한의 설정</a:t>
            </a:r>
            <a:r>
              <a:rPr lang="ko-KR" altLang="en-US" dirty="0"/>
              <a:t>으로 </a:t>
            </a:r>
            <a:r>
              <a:rPr lang="en-US" altLang="ko-KR" dirty="0"/>
              <a:t>Spring </a:t>
            </a:r>
            <a:r>
              <a:rPr lang="ko-KR" altLang="en-US" dirty="0"/>
              <a:t>플랫폼과 </a:t>
            </a:r>
            <a:r>
              <a:rPr lang="ko-KR" altLang="en-US" dirty="0" err="1"/>
              <a:t>서드파티</a:t>
            </a:r>
            <a:r>
              <a:rPr lang="en-US" altLang="ko-KR" dirty="0"/>
              <a:t>(third-party)</a:t>
            </a:r>
            <a:r>
              <a:rPr lang="ko-KR" altLang="en-US" dirty="0"/>
              <a:t> 라이브러리들을 사용할 수 있도록 함</a:t>
            </a:r>
            <a:endParaRPr lang="en-US" altLang="ko-KR" dirty="0"/>
          </a:p>
          <a:p>
            <a:pPr lvl="2">
              <a:lnSpc>
                <a:spcPct val="120000"/>
              </a:lnSpc>
            </a:pPr>
            <a:r>
              <a:rPr lang="ko-KR" altLang="en-US" dirty="0"/>
              <a:t>유연성을 잃지 않고 프레임워크를 사용하는 개발자가 결정해야하는 </a:t>
            </a:r>
            <a:r>
              <a:rPr lang="ko-KR" altLang="en-US" b="1" dirty="0"/>
              <a:t>의사 결정 횟수를 줄이려는 시도</a:t>
            </a:r>
            <a:endParaRPr lang="en-US" altLang="ko-KR" b="1" dirty="0"/>
          </a:p>
          <a:p>
            <a:pPr lvl="1">
              <a:lnSpc>
                <a:spcPct val="120000"/>
              </a:lnSpc>
            </a:pPr>
            <a:r>
              <a:rPr lang="ko-KR" altLang="en-US" dirty="0"/>
              <a:t>원문</a:t>
            </a:r>
            <a:endParaRPr lang="en-US" altLang="ko-KR" dirty="0"/>
          </a:p>
          <a:p>
            <a:pPr lvl="2">
              <a:lnSpc>
                <a:spcPct val="120000"/>
              </a:lnSpc>
            </a:pPr>
            <a:r>
              <a:rPr lang="en-US" altLang="ko-KR" dirty="0"/>
              <a:t>Spring Boot makes it easy to create stand-alone, production-grade Spring based Applications that you can "just run"</a:t>
            </a:r>
          </a:p>
        </p:txBody>
      </p:sp>
      <p:sp>
        <p:nvSpPr>
          <p:cNvPr id="4" name="슬라이드 번호 개체 틀 3">
            <a:extLst>
              <a:ext uri="{FF2B5EF4-FFF2-40B4-BE49-F238E27FC236}">
                <a16:creationId xmlns:a16="http://schemas.microsoft.com/office/drawing/2014/main" id="{36F6B62C-86DF-4036-BF11-4427AF742D3F}"/>
              </a:ext>
            </a:extLst>
          </p:cNvPr>
          <p:cNvSpPr>
            <a:spLocks noGrp="1"/>
          </p:cNvSpPr>
          <p:nvPr>
            <p:ph type="sldNum" sz="quarter" idx="12"/>
          </p:nvPr>
        </p:nvSpPr>
        <p:spPr/>
        <p:txBody>
          <a:bodyPr/>
          <a:lstStyle/>
          <a:p>
            <a:fld id="{9C9B3298-2095-4B78-B0E8-A466356F5ED6}" type="slidenum">
              <a:rPr lang="ko-KR" altLang="en-US" smtClean="0"/>
              <a:pPr/>
              <a:t>5</a:t>
            </a:fld>
            <a:endParaRPr lang="ko-KR" altLang="en-US"/>
          </a:p>
        </p:txBody>
      </p:sp>
    </p:spTree>
    <p:extLst>
      <p:ext uri="{BB962C8B-B14F-4D97-AF65-F5344CB8AC3E}">
        <p14:creationId xmlns:p14="http://schemas.microsoft.com/office/powerpoint/2010/main" val="1979989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계속</a:t>
            </a:r>
          </a:p>
        </p:txBody>
      </p:sp>
      <p:sp>
        <p:nvSpPr>
          <p:cNvPr id="3" name="내용 개체 틀 2"/>
          <p:cNvSpPr>
            <a:spLocks noGrp="1"/>
          </p:cNvSpPr>
          <p:nvPr>
            <p:ph idx="1"/>
          </p:nvPr>
        </p:nvSpPr>
        <p:spPr/>
        <p:txBody>
          <a:bodyPr>
            <a:normAutofit/>
          </a:bodyPr>
          <a:lstStyle/>
          <a:p>
            <a:r>
              <a:rPr lang="ko-KR" altLang="en-US" dirty="0"/>
              <a:t>특징 </a:t>
            </a:r>
            <a:endParaRPr lang="en-US" altLang="ko-KR" dirty="0"/>
          </a:p>
          <a:p>
            <a:pPr lvl="1"/>
            <a:r>
              <a:rPr lang="ko-KR" altLang="en-US" dirty="0"/>
              <a:t>독립실행가능한 스프링 애플리케이션을 생성한다</a:t>
            </a:r>
            <a:r>
              <a:rPr lang="en-US" altLang="ko-KR" dirty="0"/>
              <a:t>.</a:t>
            </a:r>
          </a:p>
          <a:p>
            <a:pPr lvl="1"/>
            <a:r>
              <a:rPr lang="ko-KR" altLang="en-US" dirty="0"/>
              <a:t>내장형 </a:t>
            </a:r>
            <a:r>
              <a:rPr lang="en-US" altLang="ko-KR" dirty="0"/>
              <a:t>Tomcat, Jetty </a:t>
            </a:r>
            <a:r>
              <a:rPr lang="ko-KR" altLang="en-US" dirty="0"/>
              <a:t>또는 </a:t>
            </a:r>
            <a:r>
              <a:rPr lang="en-US" altLang="ko-KR" dirty="0"/>
              <a:t>Undertow</a:t>
            </a:r>
            <a:r>
              <a:rPr lang="ko-KR" altLang="en-US" dirty="0"/>
              <a:t>를 포함하고 있어 </a:t>
            </a:r>
            <a:r>
              <a:rPr lang="en-US" altLang="ko-KR" dirty="0"/>
              <a:t>WAR </a:t>
            </a:r>
            <a:r>
              <a:rPr lang="ko-KR" altLang="en-US" dirty="0"/>
              <a:t>파일을 배포가 필요하지 않는다</a:t>
            </a:r>
            <a:r>
              <a:rPr lang="en-US" altLang="ko-KR" dirty="0"/>
              <a:t>.</a:t>
            </a:r>
          </a:p>
          <a:p>
            <a:pPr lvl="1"/>
            <a:r>
              <a:rPr lang="ko-KR" altLang="en-US" dirty="0"/>
              <a:t>빌드 구성</a:t>
            </a:r>
            <a:r>
              <a:rPr lang="en-US" altLang="ko-KR" dirty="0"/>
              <a:t>(configuration)</a:t>
            </a:r>
            <a:r>
              <a:rPr lang="ko-KR" altLang="en-US" dirty="0"/>
              <a:t>을 간소화하기 위한 독자적인 </a:t>
            </a:r>
            <a:r>
              <a:rPr lang="en-US" altLang="ko-KR" dirty="0"/>
              <a:t>'starter dependencies'</a:t>
            </a:r>
            <a:r>
              <a:rPr lang="ko-KR" altLang="en-US" dirty="0"/>
              <a:t>를</a:t>
            </a:r>
            <a:r>
              <a:rPr lang="en-US" altLang="ko-KR" dirty="0"/>
              <a:t> </a:t>
            </a:r>
            <a:r>
              <a:rPr lang="ko-KR" altLang="en-US" dirty="0"/>
              <a:t>제공한다</a:t>
            </a:r>
            <a:r>
              <a:rPr lang="en-US" altLang="ko-KR" dirty="0"/>
              <a:t>.</a:t>
            </a:r>
          </a:p>
          <a:p>
            <a:pPr lvl="1"/>
            <a:r>
              <a:rPr lang="ko-KR" altLang="en-US" dirty="0"/>
              <a:t>가능한 경우마다 자동으로 </a:t>
            </a:r>
            <a:r>
              <a:rPr lang="en-US" altLang="ko-KR" dirty="0"/>
              <a:t>Spring</a:t>
            </a:r>
            <a:r>
              <a:rPr lang="ko-KR" altLang="en-US" dirty="0"/>
              <a:t>과 </a:t>
            </a:r>
            <a:r>
              <a:rPr lang="ko-KR" altLang="en-US" dirty="0" err="1"/>
              <a:t>서드파티</a:t>
            </a:r>
            <a:r>
              <a:rPr lang="ko-KR" altLang="en-US" dirty="0"/>
              <a:t> 라이브러리</a:t>
            </a:r>
            <a:r>
              <a:rPr lang="en-US" altLang="ko-KR" dirty="0"/>
              <a:t> </a:t>
            </a:r>
            <a:r>
              <a:rPr lang="ko-KR" altLang="en-US" dirty="0"/>
              <a:t>구성을 수행한다</a:t>
            </a:r>
            <a:r>
              <a:rPr lang="en-US" altLang="ko-KR" dirty="0"/>
              <a:t>.</a:t>
            </a:r>
          </a:p>
          <a:p>
            <a:pPr lvl="1"/>
            <a:r>
              <a:rPr lang="ko-KR" altLang="en-US" b="0" i="0" dirty="0" err="1">
                <a:solidFill>
                  <a:srgbClr val="333333"/>
                </a:solidFill>
                <a:effectLst/>
                <a:latin typeface="Open Sans" panose="020B0606030504020204" pitchFamily="34" charset="0"/>
              </a:rPr>
              <a:t>메트릭</a:t>
            </a:r>
            <a:r>
              <a:rPr lang="en-US" altLang="ko-KR" b="0" i="0" dirty="0">
                <a:solidFill>
                  <a:srgbClr val="333333"/>
                </a:solidFill>
                <a:effectLst/>
                <a:latin typeface="Open Sans" panose="020B0606030504020204" pitchFamily="34" charset="0"/>
              </a:rPr>
              <a:t>, </a:t>
            </a:r>
            <a:r>
              <a:rPr lang="ko-KR" altLang="en-US" b="0" i="0" dirty="0">
                <a:solidFill>
                  <a:srgbClr val="333333"/>
                </a:solidFill>
                <a:effectLst/>
                <a:latin typeface="Open Sans" panose="020B0606030504020204" pitchFamily="34" charset="0"/>
              </a:rPr>
              <a:t>상태 확인 및 외부 구성과 같은 프로덕션 준비 기능을 제공합니다</a:t>
            </a:r>
            <a:r>
              <a:rPr lang="en-US" altLang="ko-KR" b="0" i="0" dirty="0">
                <a:solidFill>
                  <a:srgbClr val="333333"/>
                </a:solidFill>
                <a:effectLst/>
                <a:latin typeface="Open Sans" panose="020B0606030504020204" pitchFamily="34" charset="0"/>
              </a:rPr>
              <a:t>.</a:t>
            </a:r>
          </a:p>
          <a:p>
            <a:pPr lvl="1"/>
            <a:r>
              <a:rPr lang="ko-KR" altLang="en-US" dirty="0"/>
              <a:t>코드 생성 및 </a:t>
            </a:r>
            <a:r>
              <a:rPr lang="en-US" altLang="ko-KR" dirty="0"/>
              <a:t>XML </a:t>
            </a:r>
            <a:r>
              <a:rPr lang="ko-KR" altLang="en-US" dirty="0"/>
              <a:t>구성 요구 사항이 없다</a:t>
            </a:r>
            <a:r>
              <a:rPr lang="en-US" altLang="ko-KR" dirty="0"/>
              <a:t>.</a:t>
            </a:r>
          </a:p>
          <a:p>
            <a:pPr lvl="2"/>
            <a:r>
              <a:rPr lang="ko-KR" altLang="en-US" dirty="0"/>
              <a:t>참고</a:t>
            </a:r>
            <a:r>
              <a:rPr lang="en-US" altLang="ko-KR" dirty="0"/>
              <a:t>) https://spring.io/projects/spring-boot</a:t>
            </a:r>
          </a:p>
        </p:txBody>
      </p:sp>
      <p:sp>
        <p:nvSpPr>
          <p:cNvPr id="4" name="슬라이드 번호 개체 틀 3"/>
          <p:cNvSpPr>
            <a:spLocks noGrp="1"/>
          </p:cNvSpPr>
          <p:nvPr>
            <p:ph type="sldNum" sz="quarter" idx="12"/>
          </p:nvPr>
        </p:nvSpPr>
        <p:spPr/>
        <p:txBody>
          <a:bodyPr/>
          <a:lstStyle/>
          <a:p>
            <a:fld id="{06E1A36A-650F-4ADA-A77E-A308BE12CD4D}" type="slidenum">
              <a:rPr lang="ko-KR" altLang="en-US" smtClean="0"/>
              <a:t>6</a:t>
            </a:fld>
            <a:endParaRPr lang="ko-KR" altLang="en-US"/>
          </a:p>
        </p:txBody>
      </p:sp>
    </p:spTree>
    <p:extLst>
      <p:ext uri="{BB962C8B-B14F-4D97-AF65-F5344CB8AC3E}">
        <p14:creationId xmlns:p14="http://schemas.microsoft.com/office/powerpoint/2010/main" val="853830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D248BA9-CC28-4E8B-8429-D19B79CF59A2}"/>
              </a:ext>
            </a:extLst>
          </p:cNvPr>
          <p:cNvSpPr>
            <a:spLocks noGrp="1"/>
          </p:cNvSpPr>
          <p:nvPr>
            <p:ph type="title"/>
          </p:nvPr>
        </p:nvSpPr>
        <p:spPr/>
        <p:txBody>
          <a:bodyPr/>
          <a:lstStyle/>
          <a:p>
            <a:r>
              <a:rPr lang="en-US" altLang="ko-KR" dirty="0"/>
              <a:t>Spring Boot Project </a:t>
            </a:r>
            <a:r>
              <a:rPr lang="ko-KR" altLang="en-US" dirty="0"/>
              <a:t>생성</a:t>
            </a:r>
          </a:p>
        </p:txBody>
      </p:sp>
      <p:sp>
        <p:nvSpPr>
          <p:cNvPr id="7" name="내용 개체 틀 6">
            <a:extLst>
              <a:ext uri="{FF2B5EF4-FFF2-40B4-BE49-F238E27FC236}">
                <a16:creationId xmlns:a16="http://schemas.microsoft.com/office/drawing/2014/main" id="{37DED21F-C477-4040-B30C-D25897132558}"/>
              </a:ext>
            </a:extLst>
          </p:cNvPr>
          <p:cNvSpPr>
            <a:spLocks noGrp="1"/>
          </p:cNvSpPr>
          <p:nvPr>
            <p:ph idx="1"/>
          </p:nvPr>
        </p:nvSpPr>
        <p:spPr/>
        <p:txBody>
          <a:bodyPr/>
          <a:lstStyle/>
          <a:p>
            <a:pPr lvl="1"/>
            <a:r>
              <a:rPr lang="en-US" altLang="ko-KR" dirty="0"/>
              <a:t>Project: Gradle - Groovy</a:t>
            </a:r>
          </a:p>
          <a:p>
            <a:pPr lvl="1"/>
            <a:r>
              <a:rPr lang="en-US" altLang="ko-KR" dirty="0"/>
              <a:t>Language: Java</a:t>
            </a:r>
          </a:p>
          <a:p>
            <a:pPr lvl="1"/>
            <a:r>
              <a:rPr lang="en-US" altLang="ko-KR" dirty="0"/>
              <a:t>Spring Boot Version: </a:t>
            </a:r>
            <a:r>
              <a:rPr lang="en-US" altLang="ko-KR" dirty="0">
                <a:solidFill>
                  <a:srgbClr val="FF0000"/>
                </a:solidFill>
              </a:rPr>
              <a:t>3.5.x ~ 4.0.x</a:t>
            </a:r>
          </a:p>
          <a:p>
            <a:pPr lvl="1"/>
            <a:r>
              <a:rPr lang="en-US" altLang="ko-KR" dirty="0"/>
              <a:t>Dependencies:</a:t>
            </a:r>
          </a:p>
          <a:p>
            <a:pPr lvl="2"/>
            <a:r>
              <a:rPr lang="en-US" altLang="ko-KR" dirty="0"/>
              <a:t>Developer Tools : Spring Boot </a:t>
            </a:r>
            <a:r>
              <a:rPr lang="en-US" altLang="ko-KR" dirty="0" err="1"/>
              <a:t>DevTools</a:t>
            </a:r>
            <a:r>
              <a:rPr lang="en-US" altLang="ko-KR" dirty="0"/>
              <a:t> (</a:t>
            </a:r>
            <a:r>
              <a:rPr lang="ko-KR" altLang="en-US" dirty="0"/>
              <a:t>개발 편의성</a:t>
            </a:r>
            <a:r>
              <a:rPr lang="en-US" altLang="ko-KR" dirty="0"/>
              <a:t>), Lombok (</a:t>
            </a:r>
            <a:r>
              <a:rPr lang="ko-KR" altLang="en-US" dirty="0"/>
              <a:t>선택 사항</a:t>
            </a:r>
            <a:r>
              <a:rPr lang="en-US" altLang="ko-KR" dirty="0"/>
              <a:t>)</a:t>
            </a:r>
          </a:p>
          <a:p>
            <a:pPr lvl="2"/>
            <a:r>
              <a:rPr lang="en-US" altLang="ko-KR" dirty="0"/>
              <a:t>Web : Spring Web</a:t>
            </a:r>
          </a:p>
          <a:p>
            <a:pPr lvl="2"/>
            <a:r>
              <a:rPr lang="en-US" altLang="ko-KR" dirty="0"/>
              <a:t>Template Engine : </a:t>
            </a:r>
            <a:r>
              <a:rPr lang="en-US" altLang="ko-KR" dirty="0" err="1"/>
              <a:t>Thymeleaf</a:t>
            </a:r>
            <a:endParaRPr lang="en-US" altLang="ko-KR" dirty="0"/>
          </a:p>
          <a:p>
            <a:pPr lvl="1"/>
            <a:endParaRPr lang="ko-KR" altLang="en-US" dirty="0"/>
          </a:p>
        </p:txBody>
      </p:sp>
      <p:sp>
        <p:nvSpPr>
          <p:cNvPr id="4" name="슬라이드 번호 개체 틀 3">
            <a:extLst>
              <a:ext uri="{FF2B5EF4-FFF2-40B4-BE49-F238E27FC236}">
                <a16:creationId xmlns:a16="http://schemas.microsoft.com/office/drawing/2014/main" id="{C37635CF-5436-4251-89C4-B98C55FBAF3C}"/>
              </a:ext>
            </a:extLst>
          </p:cNvPr>
          <p:cNvSpPr>
            <a:spLocks noGrp="1"/>
          </p:cNvSpPr>
          <p:nvPr>
            <p:ph type="sldNum" sz="quarter" idx="12"/>
          </p:nvPr>
        </p:nvSpPr>
        <p:spPr/>
        <p:txBody>
          <a:bodyPr/>
          <a:lstStyle/>
          <a:p>
            <a:fld id="{9C9B3298-2095-4B78-B0E8-A466356F5ED6}" type="slidenum">
              <a:rPr lang="ko-KR" altLang="en-US" smtClean="0"/>
              <a:pPr/>
              <a:t>7</a:t>
            </a:fld>
            <a:endParaRPr lang="ko-KR" altLang="en-US"/>
          </a:p>
        </p:txBody>
      </p:sp>
    </p:spTree>
    <p:extLst>
      <p:ext uri="{BB962C8B-B14F-4D97-AF65-F5344CB8AC3E}">
        <p14:creationId xmlns:p14="http://schemas.microsoft.com/office/powerpoint/2010/main" val="4104419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4DCBAC-66AD-4FA1-AC60-106FA83538F2}"/>
              </a:ext>
            </a:extLst>
          </p:cNvPr>
          <p:cNvSpPr>
            <a:spLocks noGrp="1"/>
          </p:cNvSpPr>
          <p:nvPr>
            <p:ph type="title"/>
          </p:nvPr>
        </p:nvSpPr>
        <p:spPr/>
        <p:txBody>
          <a:bodyPr/>
          <a:lstStyle/>
          <a:p>
            <a:r>
              <a:rPr lang="ko-KR" altLang="en-US" dirty="0"/>
              <a:t>계속</a:t>
            </a:r>
          </a:p>
        </p:txBody>
      </p:sp>
      <p:sp>
        <p:nvSpPr>
          <p:cNvPr id="3" name="내용 개체 틀 2">
            <a:extLst>
              <a:ext uri="{FF2B5EF4-FFF2-40B4-BE49-F238E27FC236}">
                <a16:creationId xmlns:a16="http://schemas.microsoft.com/office/drawing/2014/main" id="{EBBDF9CD-D284-427B-BA1D-7FB5FB9872D8}"/>
              </a:ext>
            </a:extLst>
          </p:cNvPr>
          <p:cNvSpPr>
            <a:spLocks noGrp="1"/>
          </p:cNvSpPr>
          <p:nvPr>
            <p:ph idx="1"/>
          </p:nvPr>
        </p:nvSpPr>
        <p:spPr/>
        <p:txBody>
          <a:bodyPr/>
          <a:lstStyle/>
          <a:p>
            <a:pPr lvl="1"/>
            <a:r>
              <a:rPr lang="en-US" altLang="ko-KR" dirty="0"/>
              <a:t>Project Metadata</a:t>
            </a:r>
          </a:p>
          <a:p>
            <a:pPr lvl="2"/>
            <a:r>
              <a:rPr lang="en-US" altLang="ko-KR" dirty="0"/>
              <a:t>Name : demo-&lt;</a:t>
            </a:r>
            <a:r>
              <a:rPr lang="ko-KR" altLang="en-US" dirty="0"/>
              <a:t>학번</a:t>
            </a:r>
            <a:r>
              <a:rPr lang="en-US" altLang="ko-KR" dirty="0"/>
              <a:t>&gt;</a:t>
            </a:r>
            <a:endParaRPr lang="ko-KR" altLang="en-US" dirty="0"/>
          </a:p>
          <a:p>
            <a:pPr lvl="2"/>
            <a:r>
              <a:rPr lang="en-US" altLang="ko-KR" dirty="0"/>
              <a:t>Group : idusw.sb</a:t>
            </a:r>
          </a:p>
          <a:p>
            <a:pPr lvl="2"/>
            <a:r>
              <a:rPr lang="en-US" altLang="ko-KR" dirty="0"/>
              <a:t>Artifact : demo-&lt;</a:t>
            </a:r>
            <a:r>
              <a:rPr lang="ko-KR" altLang="en-US" dirty="0"/>
              <a:t>학번</a:t>
            </a:r>
            <a:r>
              <a:rPr lang="en-US" altLang="ko-KR" dirty="0"/>
              <a:t>&gt;</a:t>
            </a:r>
          </a:p>
          <a:p>
            <a:pPr lvl="2"/>
            <a:r>
              <a:rPr lang="en-US" altLang="ko-KR" dirty="0"/>
              <a:t>Description : demo</a:t>
            </a:r>
          </a:p>
          <a:p>
            <a:pPr lvl="2"/>
            <a:r>
              <a:rPr lang="en-US" altLang="ko-KR" dirty="0"/>
              <a:t>Package name : </a:t>
            </a:r>
            <a:r>
              <a:rPr lang="en-US" altLang="ko-KR" dirty="0" err="1"/>
              <a:t>idusw.sb.demo</a:t>
            </a:r>
            <a:r>
              <a:rPr lang="en-US" altLang="ko-KR" dirty="0"/>
              <a:t>-&lt;</a:t>
            </a:r>
            <a:r>
              <a:rPr lang="ko-KR" altLang="en-US" dirty="0"/>
              <a:t>학번</a:t>
            </a:r>
            <a:r>
              <a:rPr lang="en-US" altLang="ko-KR" dirty="0"/>
              <a:t>&gt;</a:t>
            </a:r>
          </a:p>
          <a:p>
            <a:pPr lvl="2"/>
            <a:r>
              <a:rPr lang="en-US" altLang="ko-KR" dirty="0"/>
              <a:t>Packaging : jar</a:t>
            </a:r>
          </a:p>
          <a:p>
            <a:pPr lvl="2"/>
            <a:r>
              <a:rPr lang="en-US" altLang="ko-KR" dirty="0"/>
              <a:t>Java</a:t>
            </a:r>
            <a:r>
              <a:rPr lang="ko-KR" altLang="en-US" dirty="0"/>
              <a:t> </a:t>
            </a:r>
            <a:r>
              <a:rPr lang="en-US" altLang="ko-KR" dirty="0"/>
              <a:t>:</a:t>
            </a:r>
            <a:r>
              <a:rPr lang="ko-KR" altLang="en-US" dirty="0"/>
              <a:t> </a:t>
            </a:r>
            <a:r>
              <a:rPr lang="en-US" altLang="ko-KR" dirty="0"/>
              <a:t>25</a:t>
            </a:r>
            <a:endParaRPr lang="ko-KR" altLang="en-US" dirty="0"/>
          </a:p>
          <a:p>
            <a:pPr lvl="1"/>
            <a:endParaRPr lang="ko-KR" altLang="en-US" dirty="0"/>
          </a:p>
        </p:txBody>
      </p:sp>
      <p:sp>
        <p:nvSpPr>
          <p:cNvPr id="4" name="슬라이드 번호 개체 틀 3">
            <a:extLst>
              <a:ext uri="{FF2B5EF4-FFF2-40B4-BE49-F238E27FC236}">
                <a16:creationId xmlns:a16="http://schemas.microsoft.com/office/drawing/2014/main" id="{9A7A2747-98E4-4404-8762-05F39BBEE976}"/>
              </a:ext>
            </a:extLst>
          </p:cNvPr>
          <p:cNvSpPr>
            <a:spLocks noGrp="1"/>
          </p:cNvSpPr>
          <p:nvPr>
            <p:ph type="sldNum" sz="quarter" idx="12"/>
          </p:nvPr>
        </p:nvSpPr>
        <p:spPr/>
        <p:txBody>
          <a:bodyPr/>
          <a:lstStyle/>
          <a:p>
            <a:fld id="{2E51C1A5-19F7-4412-8E19-5FAA7BD10B67}" type="slidenum">
              <a:rPr lang="ko-KR" altLang="en-US" smtClean="0"/>
              <a:pPr/>
              <a:t>8</a:t>
            </a:fld>
            <a:endParaRPr lang="ko-KR" altLang="en-US" dirty="0"/>
          </a:p>
        </p:txBody>
      </p:sp>
    </p:spTree>
    <p:extLst>
      <p:ext uri="{BB962C8B-B14F-4D97-AF65-F5344CB8AC3E}">
        <p14:creationId xmlns:p14="http://schemas.microsoft.com/office/powerpoint/2010/main" val="2311296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ko-KR" altLang="en-US" dirty="0"/>
              <a:t>계속 </a:t>
            </a:r>
            <a:r>
              <a:rPr lang="en-US" altLang="ko-KR" dirty="0"/>
              <a:t>- </a:t>
            </a:r>
            <a:r>
              <a:rPr lang="ko-KR" altLang="en-US" dirty="0"/>
              <a:t>항목 설명</a:t>
            </a:r>
          </a:p>
        </p:txBody>
      </p:sp>
      <p:sp>
        <p:nvSpPr>
          <p:cNvPr id="3" name="내용 개체 틀 2"/>
          <p:cNvSpPr>
            <a:spLocks noGrp="1"/>
          </p:cNvSpPr>
          <p:nvPr>
            <p:ph idx="1"/>
          </p:nvPr>
        </p:nvSpPr>
        <p:spPr/>
        <p:txBody>
          <a:bodyPr/>
          <a:lstStyle/>
          <a:p>
            <a:pPr lvl="1"/>
            <a:r>
              <a:rPr lang="en-US" altLang="ko-KR" dirty="0"/>
              <a:t>Service URL</a:t>
            </a:r>
          </a:p>
          <a:p>
            <a:pPr lvl="2"/>
            <a:r>
              <a:rPr lang="ko-KR" altLang="en-US" dirty="0"/>
              <a:t>스프링 부트 프로젝트의 빠른 시작을 위한 방법을 제공하는 확장 </a:t>
            </a:r>
            <a:r>
              <a:rPr lang="en-US" altLang="ko-KR" dirty="0"/>
              <a:t>API</a:t>
            </a:r>
            <a:r>
              <a:rPr lang="ko-KR" altLang="en-US" dirty="0"/>
              <a:t>의 주소를 지정</a:t>
            </a:r>
            <a:endParaRPr lang="en-US" altLang="ko-KR" dirty="0"/>
          </a:p>
          <a:p>
            <a:pPr lvl="2"/>
            <a:r>
              <a:rPr lang="ko-KR" altLang="en-US" dirty="0"/>
              <a:t>설정 값 </a:t>
            </a:r>
            <a:r>
              <a:rPr lang="en-US" altLang="ko-KR" dirty="0"/>
              <a:t> https://start.spring.io/</a:t>
            </a:r>
          </a:p>
          <a:p>
            <a:pPr lvl="1"/>
            <a:r>
              <a:rPr lang="en-US" altLang="ko-KR" dirty="0"/>
              <a:t>Name</a:t>
            </a:r>
          </a:p>
          <a:p>
            <a:pPr lvl="2"/>
            <a:r>
              <a:rPr lang="ko-KR" altLang="en-US" dirty="0"/>
              <a:t>스프링 부트 프로젝트 이름 지정</a:t>
            </a:r>
            <a:endParaRPr lang="en-US" altLang="ko-KR" dirty="0"/>
          </a:p>
          <a:p>
            <a:pPr lvl="2"/>
            <a:r>
              <a:rPr lang="ko-KR" altLang="en-US" dirty="0"/>
              <a:t>복합 단어가 나올 때 </a:t>
            </a:r>
            <a:r>
              <a:rPr lang="en-US" altLang="ko-KR" dirty="0"/>
              <a:t>'-'</a:t>
            </a:r>
            <a:r>
              <a:rPr lang="ko-KR" altLang="en-US" dirty="0"/>
              <a:t>기호를 사용한다</a:t>
            </a:r>
            <a:r>
              <a:rPr lang="en-US" altLang="ko-KR" dirty="0"/>
              <a:t>.</a:t>
            </a:r>
            <a:r>
              <a:rPr lang="ko-KR" altLang="en-US" dirty="0"/>
              <a:t> </a:t>
            </a:r>
            <a:endParaRPr lang="en-US" altLang="ko-KR" dirty="0"/>
          </a:p>
          <a:p>
            <a:pPr lvl="1"/>
            <a:endParaRPr lang="en-US" altLang="ko-KR" dirty="0"/>
          </a:p>
          <a:p>
            <a:pPr lvl="1"/>
            <a:endParaRPr lang="ko-KR" altLang="en-US" dirty="0"/>
          </a:p>
        </p:txBody>
      </p:sp>
      <p:sp>
        <p:nvSpPr>
          <p:cNvPr id="4" name="슬라이드 번호 개체 틀 3"/>
          <p:cNvSpPr>
            <a:spLocks noGrp="1"/>
          </p:cNvSpPr>
          <p:nvPr>
            <p:ph type="sldNum" sz="quarter" idx="12"/>
          </p:nvPr>
        </p:nvSpPr>
        <p:spPr/>
        <p:txBody>
          <a:bodyPr/>
          <a:lstStyle/>
          <a:p>
            <a:fld id="{06E1A36A-650F-4ADA-A77E-A308BE12CD4D}" type="slidenum">
              <a:rPr lang="ko-KR" altLang="en-US" smtClean="0"/>
              <a:t>9</a:t>
            </a:fld>
            <a:endParaRPr lang="ko-KR" altLang="en-US"/>
          </a:p>
        </p:txBody>
      </p:sp>
    </p:spTree>
    <p:extLst>
      <p:ext uri="{BB962C8B-B14F-4D97-AF65-F5344CB8AC3E}">
        <p14:creationId xmlns:p14="http://schemas.microsoft.com/office/powerpoint/2010/main" val="1353515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5048B4-979E-454D-AE6C-D5CC6C41E6B5}"/>
              </a:ext>
            </a:extLst>
          </p:cNvPr>
          <p:cNvSpPr>
            <a:spLocks noGrp="1"/>
          </p:cNvSpPr>
          <p:nvPr>
            <p:ph type="title"/>
          </p:nvPr>
        </p:nvSpPr>
        <p:spPr/>
        <p:txBody>
          <a:bodyPr/>
          <a:lstStyle/>
          <a:p>
            <a:r>
              <a:rPr lang="ko-KR" altLang="en-US" dirty="0"/>
              <a:t>계속</a:t>
            </a:r>
          </a:p>
        </p:txBody>
      </p:sp>
      <p:sp>
        <p:nvSpPr>
          <p:cNvPr id="3" name="내용 개체 틀 2">
            <a:extLst>
              <a:ext uri="{FF2B5EF4-FFF2-40B4-BE49-F238E27FC236}">
                <a16:creationId xmlns:a16="http://schemas.microsoft.com/office/drawing/2014/main" id="{3D9C1FE0-2B1C-4B1B-A6EC-FBA527479C63}"/>
              </a:ext>
            </a:extLst>
          </p:cNvPr>
          <p:cNvSpPr>
            <a:spLocks noGrp="1"/>
          </p:cNvSpPr>
          <p:nvPr>
            <p:ph idx="1"/>
          </p:nvPr>
        </p:nvSpPr>
        <p:spPr/>
        <p:txBody>
          <a:bodyPr>
            <a:normAutofit/>
          </a:bodyPr>
          <a:lstStyle/>
          <a:p>
            <a:pPr lvl="1"/>
            <a:r>
              <a:rPr lang="en-US" altLang="ko-KR" dirty="0"/>
              <a:t>Group</a:t>
            </a:r>
          </a:p>
          <a:p>
            <a:pPr lvl="2"/>
            <a:r>
              <a:rPr lang="ko-KR" altLang="en-US" dirty="0"/>
              <a:t>모든 프로젝트들 사이에게 고유하게 식별하는데 사용할 그룹 아이디를 지정</a:t>
            </a:r>
            <a:endParaRPr lang="en-US" altLang="ko-KR" dirty="0"/>
          </a:p>
          <a:p>
            <a:pPr lvl="2"/>
            <a:r>
              <a:rPr lang="en-US" altLang="ko-KR" dirty="0"/>
              <a:t>package </a:t>
            </a:r>
            <a:r>
              <a:rPr lang="ko-KR" altLang="en-US" dirty="0"/>
              <a:t>명명 규칙을 준수하여 함</a:t>
            </a:r>
            <a:endParaRPr lang="en-US" altLang="ko-KR" dirty="0"/>
          </a:p>
          <a:p>
            <a:pPr lvl="2"/>
            <a:r>
              <a:rPr lang="ko-KR" altLang="en-US" dirty="0"/>
              <a:t>형식 </a:t>
            </a:r>
            <a:r>
              <a:rPr lang="en-US" altLang="ko-KR" dirty="0"/>
              <a:t>: &lt;</a:t>
            </a:r>
            <a:r>
              <a:rPr lang="ko-KR" altLang="en-US" dirty="0"/>
              <a:t>도메인 네임</a:t>
            </a:r>
            <a:r>
              <a:rPr lang="en-US" altLang="ko-KR" dirty="0"/>
              <a:t>&gt;.&lt;</a:t>
            </a:r>
            <a:r>
              <a:rPr lang="ko-KR" altLang="en-US" dirty="0" err="1"/>
              <a:t>그룹명</a:t>
            </a:r>
            <a:r>
              <a:rPr lang="en-US" altLang="ko-KR" dirty="0"/>
              <a:t>&gt;[.&lt;</a:t>
            </a:r>
            <a:r>
              <a:rPr lang="ko-KR" altLang="en-US" dirty="0" err="1"/>
              <a:t>그룹명</a:t>
            </a:r>
            <a:r>
              <a:rPr lang="en-US" altLang="ko-KR" dirty="0"/>
              <a:t>&gt;]</a:t>
            </a:r>
          </a:p>
          <a:p>
            <a:pPr lvl="1"/>
            <a:r>
              <a:rPr lang="en-US" altLang="ko-KR" dirty="0"/>
              <a:t>Artifact</a:t>
            </a:r>
          </a:p>
          <a:p>
            <a:pPr lvl="2"/>
            <a:r>
              <a:rPr lang="ko-KR" altLang="en-US" dirty="0"/>
              <a:t>산출물 이름</a:t>
            </a:r>
            <a:r>
              <a:rPr lang="en-US" altLang="ko-KR" dirty="0"/>
              <a:t>, </a:t>
            </a:r>
            <a:r>
              <a:rPr lang="ko-KR" altLang="en-US" dirty="0"/>
              <a:t>버전정보를 생략한 </a:t>
            </a:r>
            <a:r>
              <a:rPr lang="en-US" altLang="ko-KR" dirty="0"/>
              <a:t>jar </a:t>
            </a:r>
            <a:r>
              <a:rPr lang="ko-KR" altLang="en-US" dirty="0"/>
              <a:t>파일의 이름</a:t>
            </a:r>
            <a:endParaRPr lang="en-US" altLang="ko-KR" dirty="0"/>
          </a:p>
        </p:txBody>
      </p:sp>
      <p:sp>
        <p:nvSpPr>
          <p:cNvPr id="4" name="슬라이드 번호 개체 틀 3">
            <a:extLst>
              <a:ext uri="{FF2B5EF4-FFF2-40B4-BE49-F238E27FC236}">
                <a16:creationId xmlns:a16="http://schemas.microsoft.com/office/drawing/2014/main" id="{7B22A4C9-F07C-4A82-AAB0-FDF55B7EE918}"/>
              </a:ext>
            </a:extLst>
          </p:cNvPr>
          <p:cNvSpPr>
            <a:spLocks noGrp="1"/>
          </p:cNvSpPr>
          <p:nvPr>
            <p:ph type="sldNum" sz="quarter" idx="12"/>
          </p:nvPr>
        </p:nvSpPr>
        <p:spPr/>
        <p:txBody>
          <a:bodyPr/>
          <a:lstStyle/>
          <a:p>
            <a:fld id="{06E1A36A-650F-4ADA-A77E-A308BE12CD4D}" type="slidenum">
              <a:rPr lang="ko-KR" altLang="en-US" smtClean="0"/>
              <a:t>10</a:t>
            </a:fld>
            <a:endParaRPr lang="ko-KR" altLang="en-US"/>
          </a:p>
        </p:txBody>
      </p:sp>
    </p:spTree>
    <p:extLst>
      <p:ext uri="{BB962C8B-B14F-4D97-AF65-F5344CB8AC3E}">
        <p14:creationId xmlns:p14="http://schemas.microsoft.com/office/powerpoint/2010/main" val="379486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E6D80E-9AFC-400C-8BC2-56A4C3BE2D4E}"/>
              </a:ext>
            </a:extLst>
          </p:cNvPr>
          <p:cNvSpPr>
            <a:spLocks noGrp="1"/>
          </p:cNvSpPr>
          <p:nvPr>
            <p:ph type="title"/>
          </p:nvPr>
        </p:nvSpPr>
        <p:spPr/>
        <p:txBody>
          <a:bodyPr/>
          <a:lstStyle/>
          <a:p>
            <a:r>
              <a:rPr lang="ko-KR" altLang="en-US" dirty="0"/>
              <a:t>계속</a:t>
            </a:r>
          </a:p>
        </p:txBody>
      </p:sp>
      <p:sp>
        <p:nvSpPr>
          <p:cNvPr id="3" name="내용 개체 틀 2">
            <a:extLst>
              <a:ext uri="{FF2B5EF4-FFF2-40B4-BE49-F238E27FC236}">
                <a16:creationId xmlns:a16="http://schemas.microsoft.com/office/drawing/2014/main" id="{91022615-7430-47E7-BD9F-C4F7CD4012C8}"/>
              </a:ext>
            </a:extLst>
          </p:cNvPr>
          <p:cNvSpPr>
            <a:spLocks noGrp="1"/>
          </p:cNvSpPr>
          <p:nvPr>
            <p:ph idx="1"/>
          </p:nvPr>
        </p:nvSpPr>
        <p:spPr/>
        <p:txBody>
          <a:bodyPr/>
          <a:lstStyle/>
          <a:p>
            <a:pPr lvl="1"/>
            <a:r>
              <a:rPr lang="en-US" altLang="ko-KR" dirty="0"/>
              <a:t>Type : Build Model</a:t>
            </a:r>
            <a:r>
              <a:rPr lang="ko-KR" altLang="en-US" dirty="0"/>
              <a:t> 유형 선택</a:t>
            </a:r>
            <a:endParaRPr lang="en-US" altLang="ko-KR" dirty="0"/>
          </a:p>
          <a:p>
            <a:pPr lvl="2"/>
            <a:r>
              <a:rPr lang="en-US" altLang="ko-KR" dirty="0"/>
              <a:t>Maven </a:t>
            </a:r>
            <a:r>
              <a:rPr lang="ko-KR" altLang="en-US" dirty="0"/>
              <a:t>방식</a:t>
            </a:r>
            <a:endParaRPr lang="en-US" altLang="ko-KR" dirty="0"/>
          </a:p>
          <a:p>
            <a:pPr marL="1371600" lvl="3" indent="0">
              <a:buNone/>
            </a:pPr>
            <a:r>
              <a:rPr lang="en-US" altLang="ko-KR" dirty="0"/>
              <a:t>&lt;dependency&gt; </a:t>
            </a:r>
          </a:p>
          <a:p>
            <a:pPr marL="1371600" lvl="3" indent="0">
              <a:buNone/>
            </a:pPr>
            <a:r>
              <a:rPr lang="en-US" altLang="ko-KR" dirty="0"/>
              <a:t>	&lt;</a:t>
            </a:r>
            <a:r>
              <a:rPr lang="en-US" altLang="ko-KR" dirty="0" err="1"/>
              <a:t>groupId</a:t>
            </a:r>
            <a:r>
              <a:rPr lang="en-US" altLang="ko-KR" dirty="0"/>
              <a:t>&gt;</a:t>
            </a:r>
            <a:r>
              <a:rPr lang="en-US" altLang="ko-KR" dirty="0" err="1"/>
              <a:t>org.springframework.boot</a:t>
            </a:r>
            <a:r>
              <a:rPr lang="en-US" altLang="ko-KR" dirty="0"/>
              <a:t>&lt;/</a:t>
            </a:r>
            <a:r>
              <a:rPr lang="en-US" altLang="ko-KR" dirty="0" err="1"/>
              <a:t>groupId</a:t>
            </a:r>
            <a:r>
              <a:rPr lang="en-US" altLang="ko-KR" dirty="0"/>
              <a:t>&gt; </a:t>
            </a:r>
          </a:p>
          <a:p>
            <a:pPr marL="1371600" lvl="3" indent="0">
              <a:buNone/>
            </a:pPr>
            <a:r>
              <a:rPr lang="en-US" altLang="ko-KR" dirty="0"/>
              <a:t>	&lt;</a:t>
            </a:r>
            <a:r>
              <a:rPr lang="en-US" altLang="ko-KR" dirty="0" err="1"/>
              <a:t>artifactId</a:t>
            </a:r>
            <a:r>
              <a:rPr lang="en-US" altLang="ko-KR" dirty="0"/>
              <a:t>&gt;spring-boot-starter-data-</a:t>
            </a:r>
            <a:r>
              <a:rPr lang="en-US" altLang="ko-KR" dirty="0" err="1"/>
              <a:t>jpa</a:t>
            </a:r>
            <a:r>
              <a:rPr lang="en-US" altLang="ko-KR" dirty="0"/>
              <a:t>&lt;/</a:t>
            </a:r>
            <a:r>
              <a:rPr lang="en-US" altLang="ko-KR" dirty="0" err="1"/>
              <a:t>artifactId</a:t>
            </a:r>
            <a:r>
              <a:rPr lang="en-US" altLang="ko-KR" dirty="0"/>
              <a:t>&gt; </a:t>
            </a:r>
          </a:p>
          <a:p>
            <a:pPr marL="1371600" lvl="3" indent="0">
              <a:buNone/>
            </a:pPr>
            <a:r>
              <a:rPr lang="en-US" altLang="ko-KR" dirty="0"/>
              <a:t>&lt;/dependency&gt;</a:t>
            </a:r>
          </a:p>
          <a:p>
            <a:pPr lvl="2"/>
            <a:r>
              <a:rPr lang="en-US" altLang="ko-KR" dirty="0"/>
              <a:t>Gradle </a:t>
            </a:r>
            <a:r>
              <a:rPr lang="ko-KR" altLang="en-US" dirty="0"/>
              <a:t>방식</a:t>
            </a:r>
            <a:endParaRPr lang="en-US" altLang="ko-KR" dirty="0"/>
          </a:p>
          <a:p>
            <a:pPr lvl="3"/>
            <a:r>
              <a:rPr lang="en-US" altLang="ko-KR" dirty="0"/>
              <a:t>'</a:t>
            </a:r>
            <a:r>
              <a:rPr lang="en-US" altLang="ko-KR" dirty="0" err="1"/>
              <a:t>org.springframework.boot:spring-boot-starter-data-jpa</a:t>
            </a:r>
            <a:r>
              <a:rPr lang="en-US" altLang="ko-KR" dirty="0"/>
              <a:t>'</a:t>
            </a:r>
          </a:p>
          <a:p>
            <a:pPr lvl="1"/>
            <a:r>
              <a:rPr lang="en-US" altLang="ko-KR" dirty="0"/>
              <a:t>Packaging : </a:t>
            </a:r>
            <a:r>
              <a:rPr lang="ko-KR" altLang="en-US" dirty="0"/>
              <a:t>패키지 형식 선택</a:t>
            </a:r>
            <a:endParaRPr lang="en-US" altLang="ko-KR" dirty="0"/>
          </a:p>
          <a:p>
            <a:pPr lvl="2"/>
            <a:r>
              <a:rPr lang="en-US" altLang="ko-KR" dirty="0"/>
              <a:t>Jar : </a:t>
            </a:r>
            <a:r>
              <a:rPr lang="ko-KR" altLang="en-US" dirty="0"/>
              <a:t>독립실행형 </a:t>
            </a:r>
            <a:r>
              <a:rPr lang="en-US" altLang="ko-KR" dirty="0"/>
              <a:t>/ War : </a:t>
            </a:r>
            <a:r>
              <a:rPr lang="ko-KR" altLang="en-US" dirty="0"/>
              <a:t>웹 배포형</a:t>
            </a:r>
            <a:endParaRPr lang="en-US" altLang="ko-KR" dirty="0"/>
          </a:p>
        </p:txBody>
      </p:sp>
      <p:sp>
        <p:nvSpPr>
          <p:cNvPr id="4" name="슬라이드 번호 개체 틀 3">
            <a:extLst>
              <a:ext uri="{FF2B5EF4-FFF2-40B4-BE49-F238E27FC236}">
                <a16:creationId xmlns:a16="http://schemas.microsoft.com/office/drawing/2014/main" id="{9DF3694E-9F61-44B4-B423-AC4A49BFFB21}"/>
              </a:ext>
            </a:extLst>
          </p:cNvPr>
          <p:cNvSpPr>
            <a:spLocks noGrp="1"/>
          </p:cNvSpPr>
          <p:nvPr>
            <p:ph type="sldNum" sz="quarter" idx="12"/>
          </p:nvPr>
        </p:nvSpPr>
        <p:spPr/>
        <p:txBody>
          <a:bodyPr/>
          <a:lstStyle/>
          <a:p>
            <a:fld id="{06E1A36A-650F-4ADA-A77E-A308BE12CD4D}" type="slidenum">
              <a:rPr lang="ko-KR" altLang="en-US" smtClean="0"/>
              <a:t>11</a:t>
            </a:fld>
            <a:endParaRPr lang="ko-KR" altLang="en-US"/>
          </a:p>
        </p:txBody>
      </p:sp>
    </p:spTree>
    <p:extLst>
      <p:ext uri="{BB962C8B-B14F-4D97-AF65-F5344CB8AC3E}">
        <p14:creationId xmlns:p14="http://schemas.microsoft.com/office/powerpoint/2010/main" val="2216100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0044C7-7464-44B6-8B1C-402753862AB5}"/>
              </a:ext>
            </a:extLst>
          </p:cNvPr>
          <p:cNvSpPr>
            <a:spLocks noGrp="1"/>
          </p:cNvSpPr>
          <p:nvPr>
            <p:ph type="title"/>
          </p:nvPr>
        </p:nvSpPr>
        <p:spPr/>
        <p:txBody>
          <a:bodyPr/>
          <a:lstStyle/>
          <a:p>
            <a:r>
              <a:rPr lang="ko-KR" altLang="en-US"/>
              <a:t>계속</a:t>
            </a:r>
          </a:p>
        </p:txBody>
      </p:sp>
      <p:sp>
        <p:nvSpPr>
          <p:cNvPr id="3" name="내용 개체 틀 2">
            <a:extLst>
              <a:ext uri="{FF2B5EF4-FFF2-40B4-BE49-F238E27FC236}">
                <a16:creationId xmlns:a16="http://schemas.microsoft.com/office/drawing/2014/main" id="{3744A0AE-1C89-4E33-B9A6-D16EA35AA99B}"/>
              </a:ext>
            </a:extLst>
          </p:cNvPr>
          <p:cNvSpPr>
            <a:spLocks noGrp="1"/>
          </p:cNvSpPr>
          <p:nvPr>
            <p:ph idx="1"/>
          </p:nvPr>
        </p:nvSpPr>
        <p:spPr/>
        <p:txBody>
          <a:bodyPr/>
          <a:lstStyle/>
          <a:p>
            <a:pPr lvl="1"/>
            <a:r>
              <a:rPr lang="en-US" altLang="ko-KR" dirty="0"/>
              <a:t>Version : </a:t>
            </a:r>
            <a:r>
              <a:rPr lang="ko-KR" altLang="en-US" dirty="0"/>
              <a:t>산출물 버전</a:t>
            </a:r>
            <a:endParaRPr lang="en-US" altLang="ko-KR" dirty="0"/>
          </a:p>
          <a:p>
            <a:pPr lvl="1"/>
            <a:r>
              <a:rPr lang="en-US" altLang="ko-KR" dirty="0"/>
              <a:t>Name : </a:t>
            </a:r>
            <a:r>
              <a:rPr lang="ko-KR" altLang="en-US" dirty="0"/>
              <a:t>산출물 이름</a:t>
            </a:r>
            <a:endParaRPr lang="en-US" altLang="ko-KR" dirty="0"/>
          </a:p>
          <a:p>
            <a:pPr lvl="1"/>
            <a:r>
              <a:rPr lang="en-US" altLang="ko-KR" dirty="0"/>
              <a:t>Description : </a:t>
            </a:r>
            <a:r>
              <a:rPr lang="ko-KR" altLang="en-US" dirty="0"/>
              <a:t>산출물에 대한 설명</a:t>
            </a:r>
            <a:endParaRPr lang="en-US" altLang="ko-KR" dirty="0"/>
          </a:p>
          <a:p>
            <a:pPr lvl="1"/>
            <a:r>
              <a:rPr lang="en-US" altLang="ko-KR" dirty="0"/>
              <a:t>Package</a:t>
            </a:r>
          </a:p>
          <a:p>
            <a:pPr lvl="2"/>
            <a:r>
              <a:rPr lang="ko-KR" altLang="en-US" dirty="0"/>
              <a:t>프로젝트의 기본 패키지 정보를 지정</a:t>
            </a:r>
            <a:endParaRPr lang="en-US" altLang="ko-KR" dirty="0"/>
          </a:p>
          <a:p>
            <a:pPr lvl="2"/>
            <a:r>
              <a:rPr lang="en-US" altLang="ko-KR" dirty="0"/>
              <a:t>&lt;</a:t>
            </a:r>
            <a:r>
              <a:rPr lang="en-US" altLang="ko-KR" dirty="0" err="1"/>
              <a:t>groupid</a:t>
            </a:r>
            <a:r>
              <a:rPr lang="en-US" altLang="ko-KR" dirty="0"/>
              <a:t>&gt;.&lt;</a:t>
            </a:r>
            <a:r>
              <a:rPr lang="en-US" altLang="ko-KR" dirty="0" err="1"/>
              <a:t>artifactid</a:t>
            </a:r>
            <a:r>
              <a:rPr lang="en-US" altLang="ko-KR" dirty="0"/>
              <a:t>&gt; </a:t>
            </a:r>
            <a:r>
              <a:rPr lang="ko-KR" altLang="en-US" dirty="0"/>
              <a:t>나 </a:t>
            </a:r>
            <a:r>
              <a:rPr lang="en-US" altLang="ko-KR" dirty="0"/>
              <a:t>&lt;</a:t>
            </a:r>
            <a:r>
              <a:rPr lang="en-US" altLang="ko-KR" dirty="0" err="1"/>
              <a:t>groupid</a:t>
            </a:r>
            <a:r>
              <a:rPr lang="en-US" altLang="ko-KR" dirty="0"/>
              <a:t>&gt;</a:t>
            </a:r>
            <a:r>
              <a:rPr lang="ko-KR" altLang="en-US" dirty="0"/>
              <a:t>를 사용함</a:t>
            </a:r>
          </a:p>
          <a:p>
            <a:endParaRPr lang="ko-KR" altLang="en-US" dirty="0"/>
          </a:p>
        </p:txBody>
      </p:sp>
      <p:sp>
        <p:nvSpPr>
          <p:cNvPr id="4" name="슬라이드 번호 개체 틀 3">
            <a:extLst>
              <a:ext uri="{FF2B5EF4-FFF2-40B4-BE49-F238E27FC236}">
                <a16:creationId xmlns:a16="http://schemas.microsoft.com/office/drawing/2014/main" id="{292DCB58-BD52-476A-BEA9-2FD7721B1005}"/>
              </a:ext>
            </a:extLst>
          </p:cNvPr>
          <p:cNvSpPr>
            <a:spLocks noGrp="1"/>
          </p:cNvSpPr>
          <p:nvPr>
            <p:ph type="sldNum" sz="quarter" idx="12"/>
          </p:nvPr>
        </p:nvSpPr>
        <p:spPr/>
        <p:txBody>
          <a:bodyPr/>
          <a:lstStyle/>
          <a:p>
            <a:fld id="{9C9B3298-2095-4B78-B0E8-A466356F5ED6}" type="slidenum">
              <a:rPr lang="ko-KR" altLang="en-US" smtClean="0"/>
              <a:pPr/>
              <a:t>12</a:t>
            </a:fld>
            <a:endParaRPr lang="ko-KR" altLang="en-US"/>
          </a:p>
        </p:txBody>
      </p:sp>
    </p:spTree>
    <p:extLst>
      <p:ext uri="{BB962C8B-B14F-4D97-AF65-F5344CB8AC3E}">
        <p14:creationId xmlns:p14="http://schemas.microsoft.com/office/powerpoint/2010/main" val="1417112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E0534699-03BA-A83A-45C0-C7AB1D5F1397}"/>
              </a:ext>
            </a:extLst>
          </p:cNvPr>
          <p:cNvPicPr>
            <a:picLocks noChangeAspect="1"/>
          </p:cNvPicPr>
          <p:nvPr/>
        </p:nvPicPr>
        <p:blipFill>
          <a:blip r:embed="rId2"/>
          <a:stretch>
            <a:fillRect/>
          </a:stretch>
        </p:blipFill>
        <p:spPr>
          <a:xfrm>
            <a:off x="2424470" y="0"/>
            <a:ext cx="7343060" cy="6858000"/>
          </a:xfrm>
          <a:prstGeom prst="rect">
            <a:avLst/>
          </a:prstGeom>
        </p:spPr>
      </p:pic>
    </p:spTree>
    <p:extLst>
      <p:ext uri="{BB962C8B-B14F-4D97-AF65-F5344CB8AC3E}">
        <p14:creationId xmlns:p14="http://schemas.microsoft.com/office/powerpoint/2010/main" val="4038517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4DE90DE5-B006-31C6-889E-79346F94E748}"/>
              </a:ext>
            </a:extLst>
          </p:cNvPr>
          <p:cNvPicPr>
            <a:picLocks noChangeAspect="1"/>
          </p:cNvPicPr>
          <p:nvPr/>
        </p:nvPicPr>
        <p:blipFill>
          <a:blip r:embed="rId2"/>
          <a:stretch>
            <a:fillRect/>
          </a:stretch>
        </p:blipFill>
        <p:spPr>
          <a:xfrm>
            <a:off x="2424470" y="0"/>
            <a:ext cx="7343060" cy="6858000"/>
          </a:xfrm>
          <a:prstGeom prst="rect">
            <a:avLst/>
          </a:prstGeom>
        </p:spPr>
      </p:pic>
    </p:spTree>
    <p:extLst>
      <p:ext uri="{BB962C8B-B14F-4D97-AF65-F5344CB8AC3E}">
        <p14:creationId xmlns:p14="http://schemas.microsoft.com/office/powerpoint/2010/main" val="1999204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2FB8DD-9BE5-474A-829B-8CA6714F0FF4}"/>
              </a:ext>
            </a:extLst>
          </p:cNvPr>
          <p:cNvSpPr>
            <a:spLocks noGrp="1"/>
          </p:cNvSpPr>
          <p:nvPr>
            <p:ph type="title"/>
          </p:nvPr>
        </p:nvSpPr>
        <p:spPr/>
        <p:txBody>
          <a:bodyPr/>
          <a:lstStyle/>
          <a:p>
            <a:r>
              <a:rPr lang="en-US" altLang="ko-KR" dirty="0"/>
              <a:t>Demo200412SpringbootApplication.java </a:t>
            </a:r>
            <a:r>
              <a:rPr lang="ko-KR" altLang="en-US" dirty="0"/>
              <a:t>수정 전</a:t>
            </a:r>
          </a:p>
        </p:txBody>
      </p:sp>
      <p:sp>
        <p:nvSpPr>
          <p:cNvPr id="4" name="내용 개체 틀 3">
            <a:extLst>
              <a:ext uri="{FF2B5EF4-FFF2-40B4-BE49-F238E27FC236}">
                <a16:creationId xmlns:a16="http://schemas.microsoft.com/office/drawing/2014/main" id="{519B5E20-49A1-44F6-B838-7FE7F68D401E}"/>
              </a:ext>
            </a:extLst>
          </p:cNvPr>
          <p:cNvSpPr>
            <a:spLocks noGrp="1"/>
          </p:cNvSpPr>
          <p:nvPr>
            <p:ph idx="1"/>
          </p:nvPr>
        </p:nvSpPr>
        <p:spPr/>
        <p:txBody>
          <a:bodyPr>
            <a:normAutofit/>
          </a:bodyPr>
          <a:lstStyle/>
          <a:p>
            <a:r>
              <a:rPr lang="en-US" altLang="ko-KR" dirty="0"/>
              <a:t>package iducs.springboot.</a:t>
            </a:r>
            <a:r>
              <a:rPr lang="en-US" altLang="ko-KR" dirty="0">
                <a:solidFill>
                  <a:srgbClr val="FF0000"/>
                </a:solidFill>
              </a:rPr>
              <a:t>demo200412</a:t>
            </a:r>
            <a:r>
              <a:rPr lang="en-US" altLang="ko-KR" dirty="0"/>
              <a:t>;</a:t>
            </a:r>
          </a:p>
          <a:p>
            <a:endParaRPr lang="en-US" altLang="ko-KR" dirty="0"/>
          </a:p>
          <a:p>
            <a:r>
              <a:rPr lang="en-US" altLang="ko-KR" dirty="0"/>
              <a:t>import </a:t>
            </a:r>
            <a:r>
              <a:rPr lang="en-US" altLang="ko-KR" dirty="0" err="1"/>
              <a:t>org.springframework.boot.SpringApplication</a:t>
            </a:r>
            <a:r>
              <a:rPr lang="en-US" altLang="ko-KR" dirty="0"/>
              <a:t>;</a:t>
            </a:r>
          </a:p>
          <a:p>
            <a:r>
              <a:rPr lang="en-US" altLang="ko-KR" dirty="0"/>
              <a:t>import </a:t>
            </a:r>
            <a:r>
              <a:rPr lang="en-US" altLang="ko-KR" dirty="0" err="1"/>
              <a:t>org.springframework.boot.autoconfigure.SpringBootApplication</a:t>
            </a:r>
            <a:r>
              <a:rPr lang="en-US" altLang="ko-KR" dirty="0"/>
              <a:t>;</a:t>
            </a:r>
          </a:p>
          <a:p>
            <a:endParaRPr lang="en-US" altLang="ko-KR" dirty="0"/>
          </a:p>
          <a:p>
            <a:r>
              <a:rPr lang="en-US" altLang="ko-KR" dirty="0"/>
              <a:t>@SpringBootApplication</a:t>
            </a:r>
          </a:p>
          <a:p>
            <a:r>
              <a:rPr lang="en-US" altLang="ko-KR" dirty="0"/>
              <a:t>public class Demo200412Application {</a:t>
            </a:r>
          </a:p>
          <a:p>
            <a:endParaRPr lang="en-US" altLang="ko-KR" dirty="0"/>
          </a:p>
          <a:p>
            <a:pPr defTabSz="357188"/>
            <a:r>
              <a:rPr lang="en-US" altLang="ko-KR" dirty="0"/>
              <a:t>	public static void main(String[] </a:t>
            </a:r>
            <a:r>
              <a:rPr lang="en-US" altLang="ko-KR" dirty="0" err="1"/>
              <a:t>args</a:t>
            </a:r>
            <a:r>
              <a:rPr lang="en-US" altLang="ko-KR" dirty="0"/>
              <a:t>) {</a:t>
            </a:r>
          </a:p>
          <a:p>
            <a:pPr defTabSz="357188"/>
            <a:r>
              <a:rPr lang="en-US" altLang="ko-KR" dirty="0"/>
              <a:t>		</a:t>
            </a:r>
            <a:r>
              <a:rPr lang="en-US" altLang="ko-KR" dirty="0" err="1"/>
              <a:t>SpringApplication.run</a:t>
            </a:r>
            <a:r>
              <a:rPr lang="en-US" altLang="ko-KR" dirty="0"/>
              <a:t>(Demo200412Application.class, </a:t>
            </a:r>
            <a:r>
              <a:rPr lang="en-US" altLang="ko-KR" dirty="0" err="1"/>
              <a:t>args</a:t>
            </a:r>
            <a:r>
              <a:rPr lang="en-US" altLang="ko-KR" dirty="0"/>
              <a:t>);</a:t>
            </a:r>
          </a:p>
          <a:p>
            <a:pPr defTabSz="357188"/>
            <a:r>
              <a:rPr lang="en-US" altLang="ko-KR" dirty="0"/>
              <a:t>	}</a:t>
            </a:r>
          </a:p>
          <a:p>
            <a:r>
              <a:rPr lang="en-US" altLang="ko-KR" dirty="0"/>
              <a:t>}</a:t>
            </a:r>
            <a:endParaRPr lang="ko-KR" altLang="en-US" dirty="0"/>
          </a:p>
        </p:txBody>
      </p:sp>
      <p:sp>
        <p:nvSpPr>
          <p:cNvPr id="3" name="슬라이드 번호 개체 틀 2">
            <a:extLst>
              <a:ext uri="{FF2B5EF4-FFF2-40B4-BE49-F238E27FC236}">
                <a16:creationId xmlns:a16="http://schemas.microsoft.com/office/drawing/2014/main" id="{87A52FEA-8DB9-4EE0-86B3-96D5F16A9F41}"/>
              </a:ext>
            </a:extLst>
          </p:cNvPr>
          <p:cNvSpPr>
            <a:spLocks noGrp="1"/>
          </p:cNvSpPr>
          <p:nvPr>
            <p:ph type="sldNum" sz="quarter" idx="12"/>
          </p:nvPr>
        </p:nvSpPr>
        <p:spPr/>
        <p:txBody>
          <a:bodyPr/>
          <a:lstStyle/>
          <a:p>
            <a:fld id="{9C9B3298-2095-4B78-B0E8-A466356F5ED6}" type="slidenum">
              <a:rPr lang="ko-KR" altLang="en-US" smtClean="0"/>
              <a:t>15</a:t>
            </a:fld>
            <a:endParaRPr lang="ko-KR" altLang="en-US"/>
          </a:p>
        </p:txBody>
      </p:sp>
    </p:spTree>
    <p:extLst>
      <p:ext uri="{BB962C8B-B14F-4D97-AF65-F5344CB8AC3E}">
        <p14:creationId xmlns:p14="http://schemas.microsoft.com/office/powerpoint/2010/main" val="2580068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47A87CA-0424-4C2C-887A-E8C3A9D159DB}"/>
              </a:ext>
            </a:extLst>
          </p:cNvPr>
          <p:cNvSpPr>
            <a:spLocks noGrp="1"/>
          </p:cNvSpPr>
          <p:nvPr>
            <p:ph type="title"/>
          </p:nvPr>
        </p:nvSpPr>
        <p:spPr/>
        <p:txBody>
          <a:bodyPr/>
          <a:lstStyle/>
          <a:p>
            <a:r>
              <a:rPr lang="en-US" altLang="ko-KR" dirty="0"/>
              <a:t>Demo200412Application.java </a:t>
            </a:r>
            <a:r>
              <a:rPr lang="ko-KR" altLang="en-US" dirty="0"/>
              <a:t>수정 후</a:t>
            </a:r>
          </a:p>
        </p:txBody>
      </p:sp>
      <p:sp>
        <p:nvSpPr>
          <p:cNvPr id="6" name="내용 개체 틀 5">
            <a:extLst>
              <a:ext uri="{FF2B5EF4-FFF2-40B4-BE49-F238E27FC236}">
                <a16:creationId xmlns:a16="http://schemas.microsoft.com/office/drawing/2014/main" id="{D63B1661-B447-461C-9BE7-BDE4A8F86054}"/>
              </a:ext>
            </a:extLst>
          </p:cNvPr>
          <p:cNvSpPr>
            <a:spLocks noGrp="1"/>
          </p:cNvSpPr>
          <p:nvPr>
            <p:ph idx="1"/>
          </p:nvPr>
        </p:nvSpPr>
        <p:spPr/>
        <p:txBody>
          <a:bodyPr>
            <a:normAutofit fontScale="85000" lnSpcReduction="20000"/>
          </a:bodyPr>
          <a:lstStyle/>
          <a:p>
            <a:r>
              <a:rPr lang="en-US" altLang="ko-KR" dirty="0"/>
              <a:t>package iducs.springboot.</a:t>
            </a:r>
            <a:r>
              <a:rPr lang="en-US" altLang="ko-KR" dirty="0">
                <a:solidFill>
                  <a:srgbClr val="FF0000"/>
                </a:solidFill>
              </a:rPr>
              <a:t>demo200412</a:t>
            </a:r>
            <a:r>
              <a:rPr lang="en-US" altLang="ko-KR" dirty="0"/>
              <a:t>;</a:t>
            </a:r>
          </a:p>
          <a:p>
            <a:r>
              <a:rPr lang="en-US" altLang="ko-KR" dirty="0"/>
              <a:t>import </a:t>
            </a:r>
            <a:r>
              <a:rPr lang="en-US" altLang="ko-KR" dirty="0" err="1"/>
              <a:t>org.springframework.boot.SpringApplication</a:t>
            </a:r>
            <a:r>
              <a:rPr lang="en-US" altLang="ko-KR" dirty="0"/>
              <a:t>;</a:t>
            </a:r>
          </a:p>
          <a:p>
            <a:r>
              <a:rPr lang="en-US" altLang="ko-KR" dirty="0"/>
              <a:t>import </a:t>
            </a:r>
            <a:r>
              <a:rPr lang="en-US" altLang="ko-KR" dirty="0" err="1"/>
              <a:t>org.springframework.boot.autoconfigure.SpringBootApplication</a:t>
            </a:r>
            <a:r>
              <a:rPr lang="en-US" altLang="ko-KR" dirty="0"/>
              <a:t>;</a:t>
            </a:r>
          </a:p>
          <a:p>
            <a:r>
              <a:rPr lang="en-US" altLang="ko-KR" b="1" dirty="0">
                <a:solidFill>
                  <a:srgbClr val="FF0000"/>
                </a:solidFill>
              </a:rPr>
              <a:t>import </a:t>
            </a:r>
            <a:r>
              <a:rPr lang="en-US" altLang="ko-KR" b="1" dirty="0" err="1">
                <a:solidFill>
                  <a:srgbClr val="FF0000"/>
                </a:solidFill>
              </a:rPr>
              <a:t>org.springframework.web.bind.annotation.GetMapping</a:t>
            </a:r>
            <a:r>
              <a:rPr lang="en-US" altLang="ko-KR" b="1" dirty="0">
                <a:solidFill>
                  <a:srgbClr val="FF0000"/>
                </a:solidFill>
              </a:rPr>
              <a:t>;</a:t>
            </a:r>
          </a:p>
          <a:p>
            <a:r>
              <a:rPr lang="en-US" altLang="ko-KR" b="1" dirty="0">
                <a:solidFill>
                  <a:srgbClr val="FF0000"/>
                </a:solidFill>
              </a:rPr>
              <a:t>import </a:t>
            </a:r>
            <a:r>
              <a:rPr lang="en-US" altLang="ko-KR" b="1" dirty="0" err="1">
                <a:solidFill>
                  <a:srgbClr val="FF0000"/>
                </a:solidFill>
              </a:rPr>
              <a:t>org.springframework.web.bind.annotation.RestController</a:t>
            </a:r>
            <a:r>
              <a:rPr lang="en-US" altLang="ko-KR" b="1" dirty="0">
                <a:solidFill>
                  <a:srgbClr val="FF0000"/>
                </a:solidFill>
              </a:rPr>
              <a:t>;</a:t>
            </a:r>
          </a:p>
          <a:p>
            <a:endParaRPr lang="en-US" altLang="ko-KR" dirty="0"/>
          </a:p>
          <a:p>
            <a:r>
              <a:rPr lang="en-US" altLang="ko-KR" dirty="0"/>
              <a:t>@SpringBootApplication</a:t>
            </a:r>
          </a:p>
          <a:p>
            <a:r>
              <a:rPr lang="en-US" altLang="ko-KR" b="1" dirty="0">
                <a:solidFill>
                  <a:srgbClr val="FF0000"/>
                </a:solidFill>
              </a:rPr>
              <a:t>@RestController</a:t>
            </a:r>
          </a:p>
          <a:p>
            <a:r>
              <a:rPr lang="en-US" altLang="ko-KR" dirty="0"/>
              <a:t>public class Demo200412Application {</a:t>
            </a:r>
          </a:p>
          <a:p>
            <a:pPr defTabSz="357188"/>
            <a:r>
              <a:rPr lang="en-US" altLang="ko-KR" dirty="0"/>
              <a:t>	public static void main(String[] </a:t>
            </a:r>
            <a:r>
              <a:rPr lang="en-US" altLang="ko-KR" dirty="0" err="1"/>
              <a:t>args</a:t>
            </a:r>
            <a:r>
              <a:rPr lang="en-US" altLang="ko-KR" dirty="0"/>
              <a:t>) {		</a:t>
            </a:r>
          </a:p>
          <a:p>
            <a:pPr defTabSz="357188"/>
            <a:r>
              <a:rPr lang="en-US" altLang="ko-KR" dirty="0"/>
              <a:t>		</a:t>
            </a:r>
            <a:r>
              <a:rPr lang="en-US" altLang="ko-KR" dirty="0" err="1"/>
              <a:t>SpringApplication.run</a:t>
            </a:r>
            <a:r>
              <a:rPr lang="en-US" altLang="ko-KR" dirty="0"/>
              <a:t>(Demo200412Application.class, </a:t>
            </a:r>
            <a:r>
              <a:rPr lang="en-US" altLang="ko-KR" dirty="0" err="1"/>
              <a:t>args</a:t>
            </a:r>
            <a:r>
              <a:rPr lang="en-US" altLang="ko-KR" dirty="0"/>
              <a:t>); }</a:t>
            </a:r>
          </a:p>
          <a:p>
            <a:pPr defTabSz="357188"/>
            <a:r>
              <a:rPr lang="en-US" altLang="ko-KR" b="1" dirty="0">
                <a:solidFill>
                  <a:srgbClr val="FF0000"/>
                </a:solidFill>
              </a:rPr>
              <a:t>	@GetMapping("/hello")</a:t>
            </a:r>
          </a:p>
          <a:p>
            <a:pPr defTabSz="357188"/>
            <a:r>
              <a:rPr lang="en-US" altLang="ko-KR" b="1" dirty="0">
                <a:solidFill>
                  <a:srgbClr val="FF0000"/>
                </a:solidFill>
              </a:rPr>
              <a:t>	public String </a:t>
            </a:r>
            <a:r>
              <a:rPr lang="en-US" altLang="ko-KR" b="1" dirty="0" err="1">
                <a:solidFill>
                  <a:srgbClr val="FF0000"/>
                </a:solidFill>
              </a:rPr>
              <a:t>sayHello</a:t>
            </a:r>
            <a:r>
              <a:rPr lang="en-US" altLang="ko-KR" b="1" dirty="0">
                <a:solidFill>
                  <a:srgbClr val="FF0000"/>
                </a:solidFill>
              </a:rPr>
              <a:t>() {</a:t>
            </a:r>
          </a:p>
          <a:p>
            <a:pPr defTabSz="357188"/>
            <a:r>
              <a:rPr lang="en-US" altLang="ko-KR" b="1" dirty="0">
                <a:solidFill>
                  <a:srgbClr val="FF0000"/>
                </a:solidFill>
              </a:rPr>
              <a:t>		return "Hello Spring Boot World";</a:t>
            </a:r>
          </a:p>
          <a:p>
            <a:pPr defTabSz="357188"/>
            <a:r>
              <a:rPr lang="en-US" altLang="ko-KR" b="1" dirty="0">
                <a:solidFill>
                  <a:srgbClr val="FF0000"/>
                </a:solidFill>
              </a:rPr>
              <a:t>	}</a:t>
            </a:r>
          </a:p>
          <a:p>
            <a:r>
              <a:rPr lang="en-US" altLang="ko-KR" dirty="0"/>
              <a:t>}</a:t>
            </a:r>
            <a:endParaRPr lang="ko-KR" altLang="en-US" dirty="0"/>
          </a:p>
        </p:txBody>
      </p:sp>
      <p:sp>
        <p:nvSpPr>
          <p:cNvPr id="4" name="슬라이드 번호 개체 틀 3">
            <a:extLst>
              <a:ext uri="{FF2B5EF4-FFF2-40B4-BE49-F238E27FC236}">
                <a16:creationId xmlns:a16="http://schemas.microsoft.com/office/drawing/2014/main" id="{0ADA5F93-64EC-4D27-9DA7-29E3B80C4279}"/>
              </a:ext>
            </a:extLst>
          </p:cNvPr>
          <p:cNvSpPr>
            <a:spLocks noGrp="1"/>
          </p:cNvSpPr>
          <p:nvPr>
            <p:ph type="sldNum" sz="quarter" idx="12"/>
          </p:nvPr>
        </p:nvSpPr>
        <p:spPr/>
        <p:txBody>
          <a:bodyPr/>
          <a:lstStyle/>
          <a:p>
            <a:fld id="{9C9B3298-2095-4B78-B0E8-A466356F5ED6}" type="slidenum">
              <a:rPr lang="ko-KR" altLang="en-US" smtClean="0"/>
              <a:pPr/>
              <a:t>16</a:t>
            </a:fld>
            <a:endParaRPr lang="ko-KR" altLang="en-US"/>
          </a:p>
        </p:txBody>
      </p:sp>
    </p:spTree>
    <p:extLst>
      <p:ext uri="{BB962C8B-B14F-4D97-AF65-F5344CB8AC3E}">
        <p14:creationId xmlns:p14="http://schemas.microsoft.com/office/powerpoint/2010/main" val="2339158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AB9CC03-9351-4B05-98EA-DBECF7049899}"/>
              </a:ext>
            </a:extLst>
          </p:cNvPr>
          <p:cNvSpPr>
            <a:spLocks noGrp="1"/>
          </p:cNvSpPr>
          <p:nvPr>
            <p:ph type="title"/>
          </p:nvPr>
        </p:nvSpPr>
        <p:spPr/>
        <p:txBody>
          <a:bodyPr/>
          <a:lstStyle/>
          <a:p>
            <a:r>
              <a:rPr lang="ko-KR" altLang="en-US" dirty="0"/>
              <a:t>프로젝트 실행 및 서비스 추가</a:t>
            </a:r>
          </a:p>
        </p:txBody>
      </p:sp>
      <p:pic>
        <p:nvPicPr>
          <p:cNvPr id="11" name="내용 개체 틀 10">
            <a:extLst>
              <a:ext uri="{FF2B5EF4-FFF2-40B4-BE49-F238E27FC236}">
                <a16:creationId xmlns:a16="http://schemas.microsoft.com/office/drawing/2014/main" id="{4CDFCF21-8057-410A-8987-643D554A5E05}"/>
              </a:ext>
            </a:extLst>
          </p:cNvPr>
          <p:cNvPicPr>
            <a:picLocks noGrp="1" noChangeAspect="1"/>
          </p:cNvPicPr>
          <p:nvPr>
            <p:ph sz="half" idx="2"/>
          </p:nvPr>
        </p:nvPicPr>
        <p:blipFill>
          <a:blip r:embed="rId2"/>
          <a:stretch>
            <a:fillRect/>
          </a:stretch>
        </p:blipFill>
        <p:spPr>
          <a:xfrm>
            <a:off x="6172200" y="962827"/>
            <a:ext cx="5181600" cy="5051409"/>
          </a:xfrm>
        </p:spPr>
      </p:pic>
      <p:sp>
        <p:nvSpPr>
          <p:cNvPr id="4" name="슬라이드 번호 개체 틀 3">
            <a:extLst>
              <a:ext uri="{FF2B5EF4-FFF2-40B4-BE49-F238E27FC236}">
                <a16:creationId xmlns:a16="http://schemas.microsoft.com/office/drawing/2014/main" id="{590ABD58-505A-4BEA-9926-E8D346BA9E38}"/>
              </a:ext>
            </a:extLst>
          </p:cNvPr>
          <p:cNvSpPr>
            <a:spLocks noGrp="1"/>
          </p:cNvSpPr>
          <p:nvPr>
            <p:ph type="sldNum" sz="quarter" idx="12"/>
          </p:nvPr>
        </p:nvSpPr>
        <p:spPr/>
        <p:txBody>
          <a:bodyPr/>
          <a:lstStyle/>
          <a:p>
            <a:fld id="{2E51C1A5-19F7-4412-8E19-5FAA7BD10B67}" type="slidenum">
              <a:rPr lang="ko-KR" altLang="en-US" smtClean="0"/>
              <a:t>17</a:t>
            </a:fld>
            <a:endParaRPr lang="ko-KR" altLang="en-US"/>
          </a:p>
        </p:txBody>
      </p:sp>
      <p:sp>
        <p:nvSpPr>
          <p:cNvPr id="15" name="내용 개체 틀 14">
            <a:extLst>
              <a:ext uri="{FF2B5EF4-FFF2-40B4-BE49-F238E27FC236}">
                <a16:creationId xmlns:a16="http://schemas.microsoft.com/office/drawing/2014/main" id="{FC44F277-C3FC-4AC4-BA1D-2316FB862635}"/>
              </a:ext>
            </a:extLst>
          </p:cNvPr>
          <p:cNvSpPr>
            <a:spLocks noGrp="1"/>
          </p:cNvSpPr>
          <p:nvPr>
            <p:ph sz="half" idx="1"/>
          </p:nvPr>
        </p:nvSpPr>
        <p:spPr/>
        <p:txBody>
          <a:bodyPr/>
          <a:lstStyle/>
          <a:p>
            <a:r>
              <a:rPr lang="en-US" altLang="ko-KR" dirty="0"/>
              <a:t>Run/Debug Configuration</a:t>
            </a:r>
          </a:p>
          <a:p>
            <a:pPr lvl="1"/>
            <a:endParaRPr lang="ko-KR" altLang="en-US" dirty="0"/>
          </a:p>
        </p:txBody>
      </p:sp>
      <p:pic>
        <p:nvPicPr>
          <p:cNvPr id="19" name="그림 18">
            <a:extLst>
              <a:ext uri="{FF2B5EF4-FFF2-40B4-BE49-F238E27FC236}">
                <a16:creationId xmlns:a16="http://schemas.microsoft.com/office/drawing/2014/main" id="{0C6D24CC-E213-4699-998D-276848068A71}"/>
              </a:ext>
            </a:extLst>
          </p:cNvPr>
          <p:cNvPicPr>
            <a:picLocks noChangeAspect="1"/>
          </p:cNvPicPr>
          <p:nvPr/>
        </p:nvPicPr>
        <p:blipFill>
          <a:blip r:embed="rId3"/>
          <a:stretch>
            <a:fillRect/>
          </a:stretch>
        </p:blipFill>
        <p:spPr>
          <a:xfrm>
            <a:off x="504825" y="2900644"/>
            <a:ext cx="5514975" cy="1762125"/>
          </a:xfrm>
          <a:prstGeom prst="rect">
            <a:avLst/>
          </a:prstGeom>
        </p:spPr>
      </p:pic>
      <p:sp>
        <p:nvSpPr>
          <p:cNvPr id="20" name="직사각형 19">
            <a:extLst>
              <a:ext uri="{FF2B5EF4-FFF2-40B4-BE49-F238E27FC236}">
                <a16:creationId xmlns:a16="http://schemas.microsoft.com/office/drawing/2014/main" id="{863C5021-168E-4F15-9FC8-0FF9CA66598A}"/>
              </a:ext>
            </a:extLst>
          </p:cNvPr>
          <p:cNvSpPr/>
          <p:nvPr/>
        </p:nvSpPr>
        <p:spPr>
          <a:xfrm>
            <a:off x="2743200" y="2971920"/>
            <a:ext cx="867905" cy="3797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말풍선: 사각형 20">
            <a:extLst>
              <a:ext uri="{FF2B5EF4-FFF2-40B4-BE49-F238E27FC236}">
                <a16:creationId xmlns:a16="http://schemas.microsoft.com/office/drawing/2014/main" id="{CA5E5BCE-A4E4-4540-A434-FE23CFD69A33}"/>
              </a:ext>
            </a:extLst>
          </p:cNvPr>
          <p:cNvSpPr/>
          <p:nvPr/>
        </p:nvSpPr>
        <p:spPr>
          <a:xfrm>
            <a:off x="2882683" y="4834017"/>
            <a:ext cx="2960177" cy="968644"/>
          </a:xfrm>
          <a:prstGeom prst="wedgeRectCallout">
            <a:avLst>
              <a:gd name="adj1" fmla="val -64288"/>
              <a:gd name="adj2" fmla="val -89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t>실행 또는 디버깅을 위한 설정 편집</a:t>
            </a:r>
            <a:endParaRPr lang="en-US" altLang="ko-KR" dirty="0"/>
          </a:p>
        </p:txBody>
      </p:sp>
      <p:sp>
        <p:nvSpPr>
          <p:cNvPr id="22" name="말풍선: 사각형 21">
            <a:extLst>
              <a:ext uri="{FF2B5EF4-FFF2-40B4-BE49-F238E27FC236}">
                <a16:creationId xmlns:a16="http://schemas.microsoft.com/office/drawing/2014/main" id="{5163AE08-ED07-4AEC-8989-0B0057349BB3}"/>
              </a:ext>
            </a:extLst>
          </p:cNvPr>
          <p:cNvSpPr/>
          <p:nvPr/>
        </p:nvSpPr>
        <p:spPr>
          <a:xfrm>
            <a:off x="2882683" y="1589504"/>
            <a:ext cx="2960177" cy="877090"/>
          </a:xfrm>
          <a:prstGeom prst="wedgeRectCallout">
            <a:avLst>
              <a:gd name="adj1" fmla="val -46487"/>
              <a:gd name="adj2" fmla="val 1113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t>프로젝트 실행 또는 디버깅</a:t>
            </a:r>
            <a:endParaRPr lang="en-US" altLang="ko-KR" dirty="0"/>
          </a:p>
        </p:txBody>
      </p:sp>
      <p:sp>
        <p:nvSpPr>
          <p:cNvPr id="23" name="말풍선: 사각형 22">
            <a:extLst>
              <a:ext uri="{FF2B5EF4-FFF2-40B4-BE49-F238E27FC236}">
                <a16:creationId xmlns:a16="http://schemas.microsoft.com/office/drawing/2014/main" id="{701DDFFA-5691-40E9-B524-26B612564593}"/>
              </a:ext>
            </a:extLst>
          </p:cNvPr>
          <p:cNvSpPr/>
          <p:nvPr/>
        </p:nvSpPr>
        <p:spPr>
          <a:xfrm>
            <a:off x="6741763" y="4662769"/>
            <a:ext cx="1495586" cy="877090"/>
          </a:xfrm>
          <a:prstGeom prst="wedgeRectCallout">
            <a:avLst>
              <a:gd name="adj1" fmla="val -64692"/>
              <a:gd name="adj2" fmla="val -1890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a:t>서비스 추가</a:t>
            </a:r>
            <a:endParaRPr lang="en-US" altLang="ko-KR" dirty="0"/>
          </a:p>
        </p:txBody>
      </p:sp>
      <p:sp>
        <p:nvSpPr>
          <p:cNvPr id="24" name="직사각형 23">
            <a:extLst>
              <a:ext uri="{FF2B5EF4-FFF2-40B4-BE49-F238E27FC236}">
                <a16:creationId xmlns:a16="http://schemas.microsoft.com/office/drawing/2014/main" id="{E69A2F35-C345-455D-A50D-C770A69F09CA}"/>
              </a:ext>
            </a:extLst>
          </p:cNvPr>
          <p:cNvSpPr/>
          <p:nvPr/>
        </p:nvSpPr>
        <p:spPr>
          <a:xfrm>
            <a:off x="8763000" y="4154958"/>
            <a:ext cx="2496519" cy="30080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978385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9914F05-CFD7-4B72-81D8-9878B0157B68}"/>
              </a:ext>
            </a:extLst>
          </p:cNvPr>
          <p:cNvSpPr>
            <a:spLocks noGrp="1"/>
          </p:cNvSpPr>
          <p:nvPr>
            <p:ph type="title"/>
          </p:nvPr>
        </p:nvSpPr>
        <p:spPr/>
        <p:txBody>
          <a:bodyPr/>
          <a:lstStyle/>
          <a:p>
            <a:r>
              <a:rPr lang="ko-KR" altLang="en-US" dirty="0"/>
              <a:t>계속 </a:t>
            </a:r>
            <a:r>
              <a:rPr lang="en-US" altLang="ko-KR" dirty="0"/>
              <a:t>– </a:t>
            </a:r>
            <a:r>
              <a:rPr lang="en-US" altLang="ko-KR" dirty="0" err="1"/>
              <a:t>build.gradle</a:t>
            </a:r>
            <a:endParaRPr lang="ko-KR" altLang="en-US" dirty="0"/>
          </a:p>
        </p:txBody>
      </p:sp>
      <p:sp>
        <p:nvSpPr>
          <p:cNvPr id="3" name="내용 개체 틀 2">
            <a:extLst>
              <a:ext uri="{FF2B5EF4-FFF2-40B4-BE49-F238E27FC236}">
                <a16:creationId xmlns:a16="http://schemas.microsoft.com/office/drawing/2014/main" id="{D1CD2DF7-05CD-4B80-8409-FCDA6CDCEFFF}"/>
              </a:ext>
            </a:extLst>
          </p:cNvPr>
          <p:cNvSpPr>
            <a:spLocks noGrp="1"/>
          </p:cNvSpPr>
          <p:nvPr>
            <p:ph idx="1"/>
          </p:nvPr>
        </p:nvSpPr>
        <p:spPr/>
        <p:txBody>
          <a:bodyPr>
            <a:normAutofit/>
          </a:bodyPr>
          <a:lstStyle/>
          <a:p>
            <a:r>
              <a:rPr lang="en-US" altLang="ko-KR" dirty="0"/>
              <a:t>plugins {</a:t>
            </a:r>
          </a:p>
          <a:p>
            <a:r>
              <a:rPr lang="en-US" altLang="ko-KR" dirty="0"/>
              <a:t>    id 'java'</a:t>
            </a:r>
          </a:p>
          <a:p>
            <a:r>
              <a:rPr lang="en-US" altLang="ko-KR" dirty="0"/>
              <a:t>    id '</a:t>
            </a:r>
            <a:r>
              <a:rPr lang="en-US" altLang="ko-KR" dirty="0" err="1"/>
              <a:t>org.springframework.boot</a:t>
            </a:r>
            <a:r>
              <a:rPr lang="en-US" altLang="ko-KR" dirty="0"/>
              <a:t>' version '4.0.3'</a:t>
            </a:r>
          </a:p>
          <a:p>
            <a:r>
              <a:rPr lang="en-US" altLang="ko-KR" dirty="0"/>
              <a:t>    id '</a:t>
            </a:r>
            <a:r>
              <a:rPr lang="en-US" altLang="ko-KR" dirty="0" err="1"/>
              <a:t>io.spring.dependency</a:t>
            </a:r>
            <a:r>
              <a:rPr lang="en-US" altLang="ko-KR" dirty="0"/>
              <a:t>-management' version '1.1.7'</a:t>
            </a:r>
          </a:p>
          <a:p>
            <a:r>
              <a:rPr lang="en-US" altLang="ko-KR" dirty="0"/>
              <a:t>}</a:t>
            </a:r>
          </a:p>
          <a:p>
            <a:endParaRPr lang="en-US" altLang="ko-KR" dirty="0"/>
          </a:p>
          <a:p>
            <a:r>
              <a:rPr lang="en-US" altLang="ko-KR" dirty="0"/>
              <a:t>group = 'idusw.sb'</a:t>
            </a:r>
          </a:p>
          <a:p>
            <a:r>
              <a:rPr lang="en-US" altLang="ko-KR" dirty="0"/>
              <a:t>version = '0.0.1-SNAPSHOT'</a:t>
            </a:r>
          </a:p>
          <a:p>
            <a:r>
              <a:rPr lang="en-US" altLang="ko-KR" dirty="0"/>
              <a:t>description = 'demo-200412'</a:t>
            </a:r>
          </a:p>
          <a:p>
            <a:endParaRPr lang="en-US" altLang="ko-KR" dirty="0"/>
          </a:p>
        </p:txBody>
      </p:sp>
      <p:sp>
        <p:nvSpPr>
          <p:cNvPr id="4" name="슬라이드 번호 개체 틀 3">
            <a:extLst>
              <a:ext uri="{FF2B5EF4-FFF2-40B4-BE49-F238E27FC236}">
                <a16:creationId xmlns:a16="http://schemas.microsoft.com/office/drawing/2014/main" id="{5854CF52-746A-4860-9C23-2229A54307CD}"/>
              </a:ext>
            </a:extLst>
          </p:cNvPr>
          <p:cNvSpPr>
            <a:spLocks noGrp="1"/>
          </p:cNvSpPr>
          <p:nvPr>
            <p:ph type="sldNum" sz="quarter" idx="12"/>
          </p:nvPr>
        </p:nvSpPr>
        <p:spPr/>
        <p:txBody>
          <a:bodyPr/>
          <a:lstStyle/>
          <a:p>
            <a:fld id="{2E51C1A5-19F7-4412-8E19-5FAA7BD10B67}" type="slidenum">
              <a:rPr lang="ko-KR" altLang="en-US" smtClean="0"/>
              <a:t>18</a:t>
            </a:fld>
            <a:endParaRPr lang="ko-KR" altLang="en-US"/>
          </a:p>
        </p:txBody>
      </p:sp>
    </p:spTree>
    <p:extLst>
      <p:ext uri="{BB962C8B-B14F-4D97-AF65-F5344CB8AC3E}">
        <p14:creationId xmlns:p14="http://schemas.microsoft.com/office/powerpoint/2010/main" val="1681266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0A843EF-36D6-4306-9D05-F4244C70DC89}"/>
              </a:ext>
            </a:extLst>
          </p:cNvPr>
          <p:cNvSpPr>
            <a:spLocks noGrp="1"/>
          </p:cNvSpPr>
          <p:nvPr>
            <p:ph type="title"/>
          </p:nvPr>
        </p:nvSpPr>
        <p:spPr/>
        <p:txBody>
          <a:bodyPr/>
          <a:lstStyle/>
          <a:p>
            <a:r>
              <a:rPr lang="ko-KR" altLang="en-US" dirty="0"/>
              <a:t>계속</a:t>
            </a:r>
          </a:p>
        </p:txBody>
      </p:sp>
      <p:sp>
        <p:nvSpPr>
          <p:cNvPr id="3" name="내용 개체 틀 2">
            <a:extLst>
              <a:ext uri="{FF2B5EF4-FFF2-40B4-BE49-F238E27FC236}">
                <a16:creationId xmlns:a16="http://schemas.microsoft.com/office/drawing/2014/main" id="{F094E38E-7579-4B3B-BAB9-26CC9CDCE633}"/>
              </a:ext>
            </a:extLst>
          </p:cNvPr>
          <p:cNvSpPr>
            <a:spLocks noGrp="1"/>
          </p:cNvSpPr>
          <p:nvPr>
            <p:ph idx="1"/>
          </p:nvPr>
        </p:nvSpPr>
        <p:spPr/>
        <p:txBody>
          <a:bodyPr>
            <a:normAutofit fontScale="25000" lnSpcReduction="20000"/>
          </a:bodyPr>
          <a:lstStyle/>
          <a:p>
            <a:pPr>
              <a:lnSpc>
                <a:spcPct val="120000"/>
              </a:lnSpc>
            </a:pPr>
            <a:r>
              <a:rPr lang="en-US" altLang="ko-KR" sz="5600" dirty="0"/>
              <a:t>java {</a:t>
            </a:r>
          </a:p>
          <a:p>
            <a:pPr>
              <a:lnSpc>
                <a:spcPct val="120000"/>
              </a:lnSpc>
            </a:pPr>
            <a:r>
              <a:rPr lang="en-US" altLang="ko-KR" sz="5600" dirty="0"/>
              <a:t>    toolchain {</a:t>
            </a:r>
          </a:p>
          <a:p>
            <a:pPr>
              <a:lnSpc>
                <a:spcPct val="120000"/>
              </a:lnSpc>
            </a:pPr>
            <a:r>
              <a:rPr lang="en-US" altLang="ko-KR" sz="5600" dirty="0"/>
              <a:t>        </a:t>
            </a:r>
            <a:r>
              <a:rPr lang="en-US" altLang="ko-KR" sz="5600" dirty="0" err="1"/>
              <a:t>languageVersion</a:t>
            </a:r>
            <a:r>
              <a:rPr lang="en-US" altLang="ko-KR" sz="5600" dirty="0"/>
              <a:t> = </a:t>
            </a:r>
            <a:r>
              <a:rPr lang="en-US" altLang="ko-KR" sz="5600" dirty="0" err="1">
                <a:solidFill>
                  <a:srgbClr val="FF0000"/>
                </a:solidFill>
              </a:rPr>
              <a:t>JavaLanguageVersion.of</a:t>
            </a:r>
            <a:r>
              <a:rPr lang="en-US" altLang="ko-KR" sz="5600" dirty="0">
                <a:solidFill>
                  <a:srgbClr val="FF0000"/>
                </a:solidFill>
              </a:rPr>
              <a:t>(25)</a:t>
            </a:r>
          </a:p>
          <a:p>
            <a:pPr>
              <a:lnSpc>
                <a:spcPct val="120000"/>
              </a:lnSpc>
            </a:pPr>
            <a:r>
              <a:rPr lang="en-US" altLang="ko-KR" sz="5600" dirty="0"/>
              <a:t>    }</a:t>
            </a:r>
          </a:p>
          <a:p>
            <a:pPr>
              <a:lnSpc>
                <a:spcPct val="120000"/>
              </a:lnSpc>
            </a:pPr>
            <a:r>
              <a:rPr lang="en-US" altLang="ko-KR" sz="5600" dirty="0"/>
              <a:t>}</a:t>
            </a:r>
          </a:p>
          <a:p>
            <a:pPr>
              <a:lnSpc>
                <a:spcPct val="120000"/>
              </a:lnSpc>
            </a:pPr>
            <a:endParaRPr lang="en-US" altLang="ko-KR" sz="5600" dirty="0"/>
          </a:p>
          <a:p>
            <a:pPr>
              <a:lnSpc>
                <a:spcPct val="120000"/>
              </a:lnSpc>
            </a:pPr>
            <a:r>
              <a:rPr lang="en-US" altLang="ko-KR" sz="5600" dirty="0"/>
              <a:t>configurations {</a:t>
            </a:r>
          </a:p>
          <a:p>
            <a:pPr>
              <a:lnSpc>
                <a:spcPct val="120000"/>
              </a:lnSpc>
            </a:pPr>
            <a:r>
              <a:rPr lang="en-US" altLang="ko-KR" sz="5600" dirty="0"/>
              <a:t> </a:t>
            </a:r>
            <a:r>
              <a:rPr lang="en-US" altLang="ko-KR" sz="5600" dirty="0" err="1"/>
              <a:t>compileOnly</a:t>
            </a:r>
            <a:r>
              <a:rPr lang="en-US" altLang="ko-KR" sz="5600" dirty="0"/>
              <a:t> {</a:t>
            </a:r>
          </a:p>
          <a:p>
            <a:pPr>
              <a:lnSpc>
                <a:spcPct val="120000"/>
              </a:lnSpc>
            </a:pPr>
            <a:r>
              <a:rPr lang="en-US" altLang="ko-KR" sz="5600" dirty="0"/>
              <a:t>        </a:t>
            </a:r>
            <a:r>
              <a:rPr lang="en-US" altLang="ko-KR" sz="5600" dirty="0" err="1"/>
              <a:t>extendsFrom</a:t>
            </a:r>
            <a:r>
              <a:rPr lang="en-US" altLang="ko-KR" sz="5600" dirty="0"/>
              <a:t> </a:t>
            </a:r>
            <a:r>
              <a:rPr lang="en-US" altLang="ko-KR" sz="5600" dirty="0" err="1"/>
              <a:t>annotationProcessor</a:t>
            </a:r>
            <a:endParaRPr lang="en-US" altLang="ko-KR" sz="5600" dirty="0"/>
          </a:p>
          <a:p>
            <a:pPr>
              <a:lnSpc>
                <a:spcPct val="120000"/>
              </a:lnSpc>
            </a:pPr>
            <a:r>
              <a:rPr lang="en-US" altLang="ko-KR" sz="5600" dirty="0"/>
              <a:t>    }</a:t>
            </a:r>
          </a:p>
          <a:p>
            <a:pPr>
              <a:lnSpc>
                <a:spcPct val="120000"/>
              </a:lnSpc>
            </a:pPr>
            <a:r>
              <a:rPr lang="en-US" altLang="ko-KR" sz="5600" dirty="0"/>
              <a:t>}</a:t>
            </a:r>
          </a:p>
          <a:p>
            <a:pPr>
              <a:lnSpc>
                <a:spcPct val="120000"/>
              </a:lnSpc>
            </a:pPr>
            <a:endParaRPr lang="en-US" altLang="ko-KR" sz="5600" dirty="0"/>
          </a:p>
          <a:p>
            <a:pPr>
              <a:lnSpc>
                <a:spcPct val="120000"/>
              </a:lnSpc>
            </a:pPr>
            <a:r>
              <a:rPr lang="en-US" altLang="ko-KR" sz="5600" dirty="0"/>
              <a:t>repositories {</a:t>
            </a:r>
          </a:p>
          <a:p>
            <a:pPr>
              <a:lnSpc>
                <a:spcPct val="120000"/>
              </a:lnSpc>
            </a:pPr>
            <a:r>
              <a:rPr lang="en-US" altLang="ko-KR" sz="5600" dirty="0"/>
              <a:t>    </a:t>
            </a:r>
            <a:r>
              <a:rPr lang="en-US" altLang="ko-KR" sz="5600" dirty="0" err="1"/>
              <a:t>mavenCentral</a:t>
            </a:r>
            <a:r>
              <a:rPr lang="en-US" altLang="ko-KR" sz="5600" dirty="0"/>
              <a:t>()</a:t>
            </a:r>
          </a:p>
          <a:p>
            <a:pPr>
              <a:lnSpc>
                <a:spcPct val="120000"/>
              </a:lnSpc>
            </a:pPr>
            <a:r>
              <a:rPr lang="en-US" altLang="ko-KR" sz="5600" dirty="0"/>
              <a:t>}</a:t>
            </a:r>
          </a:p>
          <a:p>
            <a:pPr>
              <a:lnSpc>
                <a:spcPct val="120000"/>
              </a:lnSpc>
            </a:pPr>
            <a:endParaRPr lang="en-US" altLang="ko-KR" sz="5600" dirty="0"/>
          </a:p>
          <a:p>
            <a:pPr>
              <a:lnSpc>
                <a:spcPct val="120000"/>
              </a:lnSpc>
            </a:pPr>
            <a:endParaRPr lang="ko-KR" altLang="en-US" dirty="0"/>
          </a:p>
        </p:txBody>
      </p:sp>
      <p:sp>
        <p:nvSpPr>
          <p:cNvPr id="4" name="슬라이드 번호 개체 틀 3">
            <a:extLst>
              <a:ext uri="{FF2B5EF4-FFF2-40B4-BE49-F238E27FC236}">
                <a16:creationId xmlns:a16="http://schemas.microsoft.com/office/drawing/2014/main" id="{3DE6FEEE-D717-4E15-BFD2-BA519DD71904}"/>
              </a:ext>
            </a:extLst>
          </p:cNvPr>
          <p:cNvSpPr>
            <a:spLocks noGrp="1"/>
          </p:cNvSpPr>
          <p:nvPr>
            <p:ph type="sldNum" sz="quarter" idx="12"/>
          </p:nvPr>
        </p:nvSpPr>
        <p:spPr/>
        <p:txBody>
          <a:bodyPr/>
          <a:lstStyle/>
          <a:p>
            <a:fld id="{2E51C1A5-19F7-4412-8E19-5FAA7BD10B67}" type="slidenum">
              <a:rPr lang="ko-KR" altLang="en-US" smtClean="0"/>
              <a:t>19</a:t>
            </a:fld>
            <a:endParaRPr lang="ko-KR" altLang="en-US"/>
          </a:p>
        </p:txBody>
      </p:sp>
    </p:spTree>
    <p:extLst>
      <p:ext uri="{BB962C8B-B14F-4D97-AF65-F5344CB8AC3E}">
        <p14:creationId xmlns:p14="http://schemas.microsoft.com/office/powerpoint/2010/main" val="2681134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A81A9CE-9A1B-44BD-AD79-0DADDCA1EE2C}"/>
              </a:ext>
            </a:extLst>
          </p:cNvPr>
          <p:cNvSpPr>
            <a:spLocks noGrp="1"/>
          </p:cNvSpPr>
          <p:nvPr>
            <p:ph type="title"/>
          </p:nvPr>
        </p:nvSpPr>
        <p:spPr/>
        <p:txBody>
          <a:bodyPr/>
          <a:lstStyle/>
          <a:p>
            <a:r>
              <a:rPr lang="ko-KR" altLang="en-US" dirty="0"/>
              <a:t>계속</a:t>
            </a:r>
          </a:p>
        </p:txBody>
      </p:sp>
      <p:sp>
        <p:nvSpPr>
          <p:cNvPr id="3" name="내용 개체 틀 2">
            <a:extLst>
              <a:ext uri="{FF2B5EF4-FFF2-40B4-BE49-F238E27FC236}">
                <a16:creationId xmlns:a16="http://schemas.microsoft.com/office/drawing/2014/main" id="{E56C52EC-0F92-4952-9153-FA26C75190BA}"/>
              </a:ext>
            </a:extLst>
          </p:cNvPr>
          <p:cNvSpPr>
            <a:spLocks noGrp="1"/>
          </p:cNvSpPr>
          <p:nvPr>
            <p:ph idx="1"/>
          </p:nvPr>
        </p:nvSpPr>
        <p:spPr/>
        <p:txBody>
          <a:bodyPr>
            <a:normAutofit fontScale="92500" lnSpcReduction="20000"/>
          </a:bodyPr>
          <a:lstStyle/>
          <a:p>
            <a:r>
              <a:rPr lang="en-US" altLang="ko-KR" dirty="0"/>
              <a:t>dependencies {</a:t>
            </a:r>
          </a:p>
          <a:p>
            <a:r>
              <a:rPr lang="en-US" altLang="ko-KR" dirty="0"/>
              <a:t>    implementation '</a:t>
            </a:r>
            <a:r>
              <a:rPr lang="en-US" altLang="ko-KR" dirty="0" err="1"/>
              <a:t>org.springframework.boot:spring-boot-starter-thymeleaf</a:t>
            </a:r>
            <a:r>
              <a:rPr lang="en-US" altLang="ko-KR" dirty="0"/>
              <a:t>'</a:t>
            </a:r>
          </a:p>
          <a:p>
            <a:r>
              <a:rPr lang="en-US" altLang="ko-KR" dirty="0"/>
              <a:t>    implementation '</a:t>
            </a:r>
            <a:r>
              <a:rPr lang="en-US" altLang="ko-KR" dirty="0" err="1"/>
              <a:t>org.springframework.boot:spring-boot-starter-webmvc</a:t>
            </a:r>
            <a:r>
              <a:rPr lang="en-US" altLang="ko-KR" dirty="0"/>
              <a:t>'</a:t>
            </a:r>
          </a:p>
          <a:p>
            <a:r>
              <a:rPr lang="en-US" altLang="ko-KR" dirty="0"/>
              <a:t>    </a:t>
            </a:r>
            <a:r>
              <a:rPr lang="en-US" altLang="ko-KR" dirty="0" err="1"/>
              <a:t>compileOnly</a:t>
            </a:r>
            <a:r>
              <a:rPr lang="en-US" altLang="ko-KR" dirty="0"/>
              <a:t> '</a:t>
            </a:r>
            <a:r>
              <a:rPr lang="en-US" altLang="ko-KR" dirty="0" err="1"/>
              <a:t>org.projectlombok:lombok</a:t>
            </a:r>
            <a:r>
              <a:rPr lang="en-US" altLang="ko-KR" dirty="0"/>
              <a:t>'</a:t>
            </a:r>
          </a:p>
          <a:p>
            <a:r>
              <a:rPr lang="en-US" altLang="ko-KR" dirty="0"/>
              <a:t>    </a:t>
            </a:r>
            <a:r>
              <a:rPr lang="en-US" altLang="ko-KR" dirty="0" err="1"/>
              <a:t>developmentOnly</a:t>
            </a:r>
            <a:r>
              <a:rPr lang="en-US" altLang="ko-KR" dirty="0"/>
              <a:t> '</a:t>
            </a:r>
            <a:r>
              <a:rPr lang="en-US" altLang="ko-KR" dirty="0" err="1"/>
              <a:t>org.springframework.boot:spring-boot-devtools</a:t>
            </a:r>
            <a:r>
              <a:rPr lang="en-US" altLang="ko-KR" dirty="0"/>
              <a:t>'</a:t>
            </a:r>
          </a:p>
          <a:p>
            <a:r>
              <a:rPr lang="en-US" altLang="ko-KR" dirty="0"/>
              <a:t>    </a:t>
            </a:r>
            <a:r>
              <a:rPr lang="en-US" altLang="ko-KR" dirty="0" err="1"/>
              <a:t>annotationProcessor</a:t>
            </a:r>
            <a:r>
              <a:rPr lang="en-US" altLang="ko-KR" dirty="0"/>
              <a:t> '</a:t>
            </a:r>
            <a:r>
              <a:rPr lang="en-US" altLang="ko-KR" dirty="0" err="1"/>
              <a:t>org.projectlombok:lombok</a:t>
            </a:r>
            <a:r>
              <a:rPr lang="en-US" altLang="ko-KR" dirty="0"/>
              <a:t>'</a:t>
            </a:r>
          </a:p>
          <a:p>
            <a:r>
              <a:rPr lang="en-US" altLang="ko-KR" dirty="0"/>
              <a:t>    </a:t>
            </a:r>
            <a:r>
              <a:rPr lang="en-US" altLang="ko-KR" dirty="0" err="1"/>
              <a:t>testImplementation</a:t>
            </a:r>
            <a:r>
              <a:rPr lang="en-US" altLang="ko-KR" dirty="0"/>
              <a:t> '</a:t>
            </a:r>
            <a:r>
              <a:rPr lang="en-US" altLang="ko-KR" dirty="0" err="1"/>
              <a:t>org.springframework.boot:spring-boot-starter-thymeleaf-test</a:t>
            </a:r>
            <a:r>
              <a:rPr lang="en-US" altLang="ko-KR" dirty="0"/>
              <a:t>'</a:t>
            </a:r>
          </a:p>
          <a:p>
            <a:r>
              <a:rPr lang="en-US" altLang="ko-KR" dirty="0"/>
              <a:t>    </a:t>
            </a:r>
            <a:r>
              <a:rPr lang="en-US" altLang="ko-KR" dirty="0" err="1"/>
              <a:t>testImplementation</a:t>
            </a:r>
            <a:r>
              <a:rPr lang="en-US" altLang="ko-KR" dirty="0"/>
              <a:t> '</a:t>
            </a:r>
            <a:r>
              <a:rPr lang="en-US" altLang="ko-KR" dirty="0" err="1"/>
              <a:t>org.springframework.boot:spring-boot-starter-webmvc-test</a:t>
            </a:r>
            <a:r>
              <a:rPr lang="en-US" altLang="ko-KR" dirty="0"/>
              <a:t>'</a:t>
            </a:r>
          </a:p>
          <a:p>
            <a:r>
              <a:rPr lang="en-US" altLang="ko-KR" dirty="0"/>
              <a:t>    </a:t>
            </a:r>
            <a:r>
              <a:rPr lang="en-US" altLang="ko-KR" dirty="0" err="1"/>
              <a:t>testRuntimeOnly</a:t>
            </a:r>
            <a:r>
              <a:rPr lang="en-US" altLang="ko-KR" dirty="0"/>
              <a:t> '</a:t>
            </a:r>
            <a:r>
              <a:rPr lang="en-US" altLang="ko-KR" dirty="0" err="1"/>
              <a:t>org.junit.platform:junit-platform-launcher</a:t>
            </a:r>
            <a:r>
              <a:rPr lang="en-US" altLang="ko-KR" dirty="0"/>
              <a:t>'</a:t>
            </a:r>
          </a:p>
          <a:p>
            <a:r>
              <a:rPr lang="en-US" altLang="ko-KR" dirty="0"/>
              <a:t>}</a:t>
            </a:r>
          </a:p>
          <a:p>
            <a:endParaRPr lang="en-US" altLang="ko-KR" dirty="0"/>
          </a:p>
          <a:p>
            <a:r>
              <a:rPr lang="en-US" altLang="ko-KR" dirty="0" err="1"/>
              <a:t>tasks.named</a:t>
            </a:r>
            <a:r>
              <a:rPr lang="en-US" altLang="ko-KR" dirty="0"/>
              <a:t>('test') {</a:t>
            </a:r>
          </a:p>
          <a:p>
            <a:r>
              <a:rPr lang="en-US" altLang="ko-KR" dirty="0"/>
              <a:t>    </a:t>
            </a:r>
            <a:r>
              <a:rPr lang="en-US" altLang="ko-KR" dirty="0" err="1"/>
              <a:t>useJUnitPlatform</a:t>
            </a:r>
            <a:r>
              <a:rPr lang="en-US" altLang="ko-KR" dirty="0"/>
              <a:t>()</a:t>
            </a:r>
          </a:p>
          <a:p>
            <a:r>
              <a:rPr lang="en-US" altLang="ko-KR" dirty="0"/>
              <a:t>}</a:t>
            </a:r>
            <a:endParaRPr lang="ko-KR" altLang="en-US" dirty="0"/>
          </a:p>
        </p:txBody>
      </p:sp>
      <p:sp>
        <p:nvSpPr>
          <p:cNvPr id="4" name="슬라이드 번호 개체 틀 3">
            <a:extLst>
              <a:ext uri="{FF2B5EF4-FFF2-40B4-BE49-F238E27FC236}">
                <a16:creationId xmlns:a16="http://schemas.microsoft.com/office/drawing/2014/main" id="{F78C589C-2B83-429E-A1F1-279C8A322B95}"/>
              </a:ext>
            </a:extLst>
          </p:cNvPr>
          <p:cNvSpPr>
            <a:spLocks noGrp="1"/>
          </p:cNvSpPr>
          <p:nvPr>
            <p:ph type="sldNum" sz="quarter" idx="12"/>
          </p:nvPr>
        </p:nvSpPr>
        <p:spPr/>
        <p:txBody>
          <a:bodyPr/>
          <a:lstStyle/>
          <a:p>
            <a:fld id="{2E51C1A5-19F7-4412-8E19-5FAA7BD10B67}" type="slidenum">
              <a:rPr lang="ko-KR" altLang="en-US" smtClean="0"/>
              <a:t>20</a:t>
            </a:fld>
            <a:endParaRPr lang="ko-KR" altLang="en-US"/>
          </a:p>
        </p:txBody>
      </p:sp>
    </p:spTree>
    <p:extLst>
      <p:ext uri="{BB962C8B-B14F-4D97-AF65-F5344CB8AC3E}">
        <p14:creationId xmlns:p14="http://schemas.microsoft.com/office/powerpoint/2010/main" val="3829440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CFC3F756-2928-470C-9FB0-240299D8E94B}"/>
              </a:ext>
            </a:extLst>
          </p:cNvPr>
          <p:cNvSpPr>
            <a:spLocks noGrp="1"/>
          </p:cNvSpPr>
          <p:nvPr>
            <p:ph type="title"/>
          </p:nvPr>
        </p:nvSpPr>
        <p:spPr/>
        <p:txBody>
          <a:bodyPr/>
          <a:lstStyle/>
          <a:p>
            <a:r>
              <a:rPr lang="en-US" altLang="ko-KR" dirty="0"/>
              <a:t>Build Tools – Gradle</a:t>
            </a:r>
          </a:p>
        </p:txBody>
      </p:sp>
      <p:sp>
        <p:nvSpPr>
          <p:cNvPr id="6" name="내용 개체 틀 5">
            <a:extLst>
              <a:ext uri="{FF2B5EF4-FFF2-40B4-BE49-F238E27FC236}">
                <a16:creationId xmlns:a16="http://schemas.microsoft.com/office/drawing/2014/main" id="{B21DA2E1-95FE-45FF-B6AD-50718369B2D1}"/>
              </a:ext>
            </a:extLst>
          </p:cNvPr>
          <p:cNvSpPr>
            <a:spLocks noGrp="1"/>
          </p:cNvSpPr>
          <p:nvPr>
            <p:ph idx="1"/>
          </p:nvPr>
        </p:nvSpPr>
        <p:spPr/>
        <p:txBody>
          <a:bodyPr>
            <a:normAutofit fontScale="92500" lnSpcReduction="10000"/>
          </a:bodyPr>
          <a:lstStyle/>
          <a:p>
            <a:r>
              <a:rPr lang="ko-KR" altLang="en-US" dirty="0"/>
              <a:t>의존성 설정</a:t>
            </a:r>
            <a:endParaRPr lang="en-US" altLang="ko-KR" dirty="0"/>
          </a:p>
          <a:p>
            <a:pPr lvl="1"/>
            <a:r>
              <a:rPr lang="en-US" altLang="ko-KR" dirty="0"/>
              <a:t>Implementation</a:t>
            </a:r>
          </a:p>
          <a:p>
            <a:pPr lvl="2"/>
            <a:r>
              <a:rPr lang="ko-KR" altLang="en-US" b="1" dirty="0"/>
              <a:t>컴파일 타임</a:t>
            </a:r>
            <a:r>
              <a:rPr lang="ko-KR" altLang="en-US" dirty="0"/>
              <a:t>과 </a:t>
            </a:r>
            <a:r>
              <a:rPr lang="ko-KR" altLang="en-US" b="1" dirty="0"/>
              <a:t>런타임</a:t>
            </a:r>
            <a:r>
              <a:rPr lang="ko-KR" altLang="en-US" dirty="0"/>
              <a:t> 모두에서 필요한 라이브러리를 지정</a:t>
            </a:r>
            <a:endParaRPr lang="en-US" altLang="ko-KR" dirty="0"/>
          </a:p>
          <a:p>
            <a:pPr lvl="1"/>
            <a:r>
              <a:rPr lang="en-US" altLang="ko-KR" dirty="0" err="1"/>
              <a:t>compileOnly</a:t>
            </a:r>
            <a:endParaRPr lang="en-US" altLang="ko-KR" dirty="0"/>
          </a:p>
          <a:p>
            <a:pPr lvl="2"/>
            <a:r>
              <a:rPr lang="ko-KR" altLang="en-US" dirty="0"/>
              <a:t>컴파일 타임에만 필요한 의존성을 지정</a:t>
            </a:r>
            <a:endParaRPr lang="en-US" altLang="ko-KR" dirty="0"/>
          </a:p>
          <a:p>
            <a:pPr lvl="2"/>
            <a:r>
              <a:rPr lang="ko-KR" altLang="en-US" dirty="0"/>
              <a:t>프로젝트의 컴파일 클래스패스에만 포함되며</a:t>
            </a:r>
            <a:r>
              <a:rPr lang="en-US" altLang="ko-KR" dirty="0"/>
              <a:t>, </a:t>
            </a:r>
            <a:r>
              <a:rPr lang="ko-KR" altLang="en-US" dirty="0"/>
              <a:t>실행 클래스패스에는 포함되지 않음</a:t>
            </a:r>
            <a:r>
              <a:rPr lang="en-US" altLang="ko-KR" dirty="0"/>
              <a:t>. </a:t>
            </a:r>
            <a:r>
              <a:rPr lang="ko-KR" altLang="en-US" dirty="0"/>
              <a:t>주로 컴파일 타임에 필요한 </a:t>
            </a:r>
            <a:r>
              <a:rPr lang="en-US" altLang="ko-KR" dirty="0"/>
              <a:t>API</a:t>
            </a:r>
            <a:r>
              <a:rPr lang="ko-KR" altLang="en-US" dirty="0"/>
              <a:t>를 제공하는 라이브러리</a:t>
            </a:r>
            <a:r>
              <a:rPr lang="en-US" altLang="ko-KR" dirty="0"/>
              <a:t>(</a:t>
            </a:r>
            <a:r>
              <a:rPr lang="ko-KR" altLang="en-US" dirty="0"/>
              <a:t>예</a:t>
            </a:r>
            <a:r>
              <a:rPr lang="en-US" altLang="ko-KR" dirty="0"/>
              <a:t>: </a:t>
            </a:r>
            <a:r>
              <a:rPr lang="ko-KR" altLang="en-US" dirty="0"/>
              <a:t>애플리케이션 서버에서 제공되는 라이브러리</a:t>
            </a:r>
            <a:r>
              <a:rPr lang="en-US" altLang="ko-KR" dirty="0"/>
              <a:t>)</a:t>
            </a:r>
            <a:r>
              <a:rPr lang="ko-KR" altLang="en-US" dirty="0"/>
              <a:t>에 사용</a:t>
            </a:r>
            <a:endParaRPr lang="en-US" altLang="ko-KR" dirty="0"/>
          </a:p>
          <a:p>
            <a:pPr lvl="1"/>
            <a:r>
              <a:rPr lang="en-US" altLang="ko-KR" dirty="0" err="1"/>
              <a:t>runtimeOnly</a:t>
            </a:r>
            <a:endParaRPr lang="en-US" altLang="ko-KR" dirty="0"/>
          </a:p>
          <a:p>
            <a:pPr lvl="2"/>
            <a:r>
              <a:rPr lang="ko-KR" altLang="en-US" dirty="0"/>
              <a:t>런타임에만 필요한 의존성을 지정</a:t>
            </a:r>
            <a:endParaRPr lang="en-US" altLang="ko-KR" dirty="0"/>
          </a:p>
          <a:p>
            <a:pPr lvl="2"/>
            <a:r>
              <a:rPr lang="ko-KR" altLang="en-US" dirty="0"/>
              <a:t>컴파일 클래스패스에는 포함되지 않지만</a:t>
            </a:r>
            <a:r>
              <a:rPr lang="en-US" altLang="ko-KR" dirty="0"/>
              <a:t>, </a:t>
            </a:r>
            <a:r>
              <a:rPr lang="ko-KR" altLang="en-US" dirty="0"/>
              <a:t>애플리케이션이 실행될 때 필요</a:t>
            </a:r>
            <a:r>
              <a:rPr lang="en-US" altLang="ko-KR" dirty="0"/>
              <a:t>. </a:t>
            </a:r>
            <a:r>
              <a:rPr lang="ko-KR" altLang="en-US" dirty="0"/>
              <a:t>주로 실행 시에만 필요한 라이브러리</a:t>
            </a:r>
            <a:r>
              <a:rPr lang="en-US" altLang="ko-KR" dirty="0"/>
              <a:t>(</a:t>
            </a:r>
            <a:r>
              <a:rPr lang="ko-KR" altLang="en-US" dirty="0"/>
              <a:t>예</a:t>
            </a:r>
            <a:r>
              <a:rPr lang="en-US" altLang="ko-KR" dirty="0"/>
              <a:t>: </a:t>
            </a:r>
            <a:r>
              <a:rPr lang="ko-KR" altLang="en-US" dirty="0"/>
              <a:t>로그 파일</a:t>
            </a:r>
            <a:r>
              <a:rPr lang="en-US" altLang="ko-KR" dirty="0"/>
              <a:t>, </a:t>
            </a:r>
            <a:r>
              <a:rPr lang="ko-KR" altLang="en-US" dirty="0"/>
              <a:t>데이터베이스 드라이버 등</a:t>
            </a:r>
            <a:r>
              <a:rPr lang="en-US" altLang="ko-KR" dirty="0"/>
              <a:t>)</a:t>
            </a:r>
            <a:r>
              <a:rPr lang="ko-KR" altLang="en-US" dirty="0"/>
              <a:t>에 사용</a:t>
            </a:r>
            <a:endParaRPr lang="en-US" altLang="ko-KR" dirty="0"/>
          </a:p>
        </p:txBody>
      </p:sp>
      <p:sp>
        <p:nvSpPr>
          <p:cNvPr id="4" name="슬라이드 번호 개체 틀 3">
            <a:extLst>
              <a:ext uri="{FF2B5EF4-FFF2-40B4-BE49-F238E27FC236}">
                <a16:creationId xmlns:a16="http://schemas.microsoft.com/office/drawing/2014/main" id="{6DDCC3C5-D7A0-4F4B-9550-4D77D31776B7}"/>
              </a:ext>
            </a:extLst>
          </p:cNvPr>
          <p:cNvSpPr>
            <a:spLocks noGrp="1"/>
          </p:cNvSpPr>
          <p:nvPr>
            <p:ph type="sldNum" sz="quarter" idx="12"/>
          </p:nvPr>
        </p:nvSpPr>
        <p:spPr/>
        <p:txBody>
          <a:bodyPr/>
          <a:lstStyle/>
          <a:p>
            <a:fld id="{2E51C1A5-19F7-4412-8E19-5FAA7BD10B67}" type="slidenum">
              <a:rPr lang="ko-KR" altLang="en-US" smtClean="0"/>
              <a:t>21</a:t>
            </a:fld>
            <a:endParaRPr lang="ko-KR" altLang="en-US"/>
          </a:p>
        </p:txBody>
      </p:sp>
    </p:spTree>
    <p:extLst>
      <p:ext uri="{BB962C8B-B14F-4D97-AF65-F5344CB8AC3E}">
        <p14:creationId xmlns:p14="http://schemas.microsoft.com/office/powerpoint/2010/main" val="3634576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4D75F9C-7D03-424F-AC26-DB2A9E452CE4}"/>
              </a:ext>
            </a:extLst>
          </p:cNvPr>
          <p:cNvSpPr>
            <a:spLocks noGrp="1"/>
          </p:cNvSpPr>
          <p:nvPr>
            <p:ph type="title"/>
          </p:nvPr>
        </p:nvSpPr>
        <p:spPr/>
        <p:txBody>
          <a:bodyPr/>
          <a:lstStyle/>
          <a:p>
            <a:r>
              <a:rPr lang="ko-KR" altLang="en-US" dirty="0"/>
              <a:t>계속</a:t>
            </a:r>
          </a:p>
        </p:txBody>
      </p:sp>
      <p:sp>
        <p:nvSpPr>
          <p:cNvPr id="3" name="내용 개체 틀 2">
            <a:extLst>
              <a:ext uri="{FF2B5EF4-FFF2-40B4-BE49-F238E27FC236}">
                <a16:creationId xmlns:a16="http://schemas.microsoft.com/office/drawing/2014/main" id="{C2342DA2-865A-4BCF-85E6-1BD795EA20A9}"/>
              </a:ext>
            </a:extLst>
          </p:cNvPr>
          <p:cNvSpPr>
            <a:spLocks noGrp="1"/>
          </p:cNvSpPr>
          <p:nvPr>
            <p:ph idx="1"/>
          </p:nvPr>
        </p:nvSpPr>
        <p:spPr/>
        <p:txBody>
          <a:bodyPr>
            <a:normAutofit/>
          </a:bodyPr>
          <a:lstStyle/>
          <a:p>
            <a:pPr lvl="1"/>
            <a:r>
              <a:rPr lang="en-US" altLang="ko-KR" dirty="0" err="1"/>
              <a:t>annotationProcessor</a:t>
            </a:r>
            <a:endParaRPr lang="en-US" altLang="ko-KR" dirty="0"/>
          </a:p>
          <a:p>
            <a:pPr lvl="2"/>
            <a:r>
              <a:rPr lang="ko-KR" altLang="en-US" dirty="0" err="1"/>
              <a:t>애노테이션</a:t>
            </a:r>
            <a:r>
              <a:rPr lang="ko-KR" altLang="en-US" dirty="0"/>
              <a:t> 프로세서를 설정하는 데 사용</a:t>
            </a:r>
            <a:endParaRPr lang="en-US" altLang="ko-KR" dirty="0"/>
          </a:p>
          <a:p>
            <a:pPr lvl="2"/>
            <a:r>
              <a:rPr lang="ko-KR" altLang="en-US" dirty="0"/>
              <a:t>컴파일 타임에 </a:t>
            </a:r>
            <a:r>
              <a:rPr lang="ko-KR" altLang="en-US" dirty="0" err="1"/>
              <a:t>애노테이션을</a:t>
            </a:r>
            <a:r>
              <a:rPr lang="ko-KR" altLang="en-US" dirty="0"/>
              <a:t> 처리하고</a:t>
            </a:r>
            <a:r>
              <a:rPr lang="en-US" altLang="ko-KR" dirty="0"/>
              <a:t>, </a:t>
            </a:r>
            <a:r>
              <a:rPr lang="ko-KR" altLang="en-US" dirty="0"/>
              <a:t>이를 바탕으로 코드 생성 또는 검사를 수행하는 도구</a:t>
            </a:r>
            <a:r>
              <a:rPr lang="en-US" altLang="ko-KR" dirty="0"/>
              <a:t>.</a:t>
            </a:r>
            <a:r>
              <a:rPr lang="ko-KR" altLang="en-US" dirty="0"/>
              <a:t> 컴파일러가 코드를 컴파일할 때만 사용됨</a:t>
            </a:r>
            <a:r>
              <a:rPr lang="en-US" altLang="ko-KR" dirty="0"/>
              <a:t>(</a:t>
            </a:r>
            <a:r>
              <a:rPr lang="ko-KR" altLang="en-US" dirty="0"/>
              <a:t>예</a:t>
            </a:r>
            <a:r>
              <a:rPr lang="en-US" altLang="ko-KR" dirty="0"/>
              <a:t>: Lombok </a:t>
            </a:r>
            <a:r>
              <a:rPr lang="ko-KR" altLang="en-US" dirty="0"/>
              <a:t>파일</a:t>
            </a:r>
            <a:r>
              <a:rPr lang="en-US" altLang="ko-KR" dirty="0"/>
              <a:t>)</a:t>
            </a:r>
          </a:p>
          <a:p>
            <a:pPr lvl="1"/>
            <a:r>
              <a:rPr lang="en-US" altLang="ko-KR" dirty="0" err="1"/>
              <a:t>providedRuntime</a:t>
            </a:r>
            <a:endParaRPr lang="en-US" altLang="ko-KR" dirty="0"/>
          </a:p>
          <a:p>
            <a:pPr lvl="2"/>
            <a:r>
              <a:rPr lang="ko-KR" altLang="en-US" dirty="0"/>
              <a:t>런타임에만 필요하지만</a:t>
            </a:r>
            <a:r>
              <a:rPr lang="en-US" altLang="ko-KR" dirty="0"/>
              <a:t>, </a:t>
            </a:r>
            <a:r>
              <a:rPr lang="ko-KR" altLang="en-US" dirty="0"/>
              <a:t>실행 환경이 제공하는 의존성을 지정하는데 사용</a:t>
            </a:r>
            <a:endParaRPr lang="en-US" altLang="ko-KR" dirty="0"/>
          </a:p>
          <a:p>
            <a:pPr lvl="2"/>
            <a:r>
              <a:rPr lang="ko-KR" altLang="en-US" dirty="0"/>
              <a:t>최종 산출물에는 포함되지 않으며</a:t>
            </a:r>
            <a:r>
              <a:rPr lang="en-US" altLang="ko-KR" dirty="0"/>
              <a:t>, </a:t>
            </a:r>
            <a:r>
              <a:rPr lang="ko-KR" altLang="en-US" dirty="0"/>
              <a:t>실행 환경</a:t>
            </a:r>
            <a:r>
              <a:rPr lang="en-US" altLang="ko-KR" dirty="0"/>
              <a:t>(</a:t>
            </a:r>
            <a:r>
              <a:rPr lang="ko-KR" altLang="en-US" dirty="0"/>
              <a:t>예</a:t>
            </a:r>
            <a:r>
              <a:rPr lang="en-US" altLang="ko-KR" dirty="0"/>
              <a:t>: </a:t>
            </a:r>
            <a:r>
              <a:rPr lang="ko-KR" altLang="en-US" dirty="0"/>
              <a:t>애플리케이션 서버</a:t>
            </a:r>
            <a:r>
              <a:rPr lang="en-US" altLang="ko-KR" dirty="0"/>
              <a:t>, Servlet </a:t>
            </a:r>
            <a:r>
              <a:rPr lang="ko-KR" altLang="en-US" dirty="0"/>
              <a:t>컨테이너 등</a:t>
            </a:r>
            <a:r>
              <a:rPr lang="en-US" altLang="ko-KR" dirty="0"/>
              <a:t>)</a:t>
            </a:r>
            <a:r>
              <a:rPr lang="ko-KR" altLang="en-US" dirty="0"/>
              <a:t>에서 제공되기 때문에 별도로 </a:t>
            </a:r>
            <a:r>
              <a:rPr lang="ko-KR" altLang="en-US" dirty="0" err="1"/>
              <a:t>패키징하지</a:t>
            </a:r>
            <a:r>
              <a:rPr lang="ko-KR" altLang="en-US" dirty="0"/>
              <a:t> 않음</a:t>
            </a:r>
            <a:endParaRPr lang="en-US" altLang="ko-KR" dirty="0"/>
          </a:p>
          <a:p>
            <a:pPr lvl="1"/>
            <a:r>
              <a:rPr lang="en-US" altLang="ko-KR" dirty="0" err="1"/>
              <a:t>developmentOnly</a:t>
            </a:r>
            <a:endParaRPr lang="en-US" altLang="ko-KR" dirty="0"/>
          </a:p>
          <a:p>
            <a:pPr lvl="2"/>
            <a:r>
              <a:rPr lang="ko-KR" altLang="en-US" dirty="0"/>
              <a:t>개발 환경에서만 필요한 의존성을 설정하는 구성</a:t>
            </a:r>
            <a:endParaRPr lang="en-US" altLang="ko-KR" dirty="0"/>
          </a:p>
          <a:p>
            <a:pPr lvl="2"/>
            <a:r>
              <a:rPr lang="ko-KR" altLang="en-US" dirty="0"/>
              <a:t>빌드와 테스트에만 필요하고</a:t>
            </a:r>
            <a:r>
              <a:rPr lang="en-US" altLang="ko-KR" dirty="0"/>
              <a:t>, </a:t>
            </a:r>
            <a:r>
              <a:rPr lang="ko-KR" altLang="en-US" dirty="0"/>
              <a:t>최종 </a:t>
            </a:r>
            <a:r>
              <a:rPr lang="ko-KR" altLang="en-US" dirty="0" err="1"/>
              <a:t>아티팩트</a:t>
            </a:r>
            <a:r>
              <a:rPr lang="en-US" altLang="ko-KR" dirty="0"/>
              <a:t>(</a:t>
            </a:r>
            <a:r>
              <a:rPr lang="ko-KR" altLang="en-US" dirty="0"/>
              <a:t>예</a:t>
            </a:r>
            <a:r>
              <a:rPr lang="en-US" altLang="ko-KR" dirty="0"/>
              <a:t>: JAR/WAR </a:t>
            </a:r>
            <a:r>
              <a:rPr lang="ko-KR" altLang="en-US" dirty="0"/>
              <a:t>파일</a:t>
            </a:r>
            <a:r>
              <a:rPr lang="en-US" altLang="ko-KR" dirty="0"/>
              <a:t>)</a:t>
            </a:r>
            <a:r>
              <a:rPr lang="ko-KR" altLang="en-US" dirty="0"/>
              <a:t>에 포함되지 않음</a:t>
            </a:r>
            <a:endParaRPr lang="en-US" altLang="ko-KR" dirty="0"/>
          </a:p>
        </p:txBody>
      </p:sp>
      <p:sp>
        <p:nvSpPr>
          <p:cNvPr id="4" name="슬라이드 번호 개체 틀 3">
            <a:extLst>
              <a:ext uri="{FF2B5EF4-FFF2-40B4-BE49-F238E27FC236}">
                <a16:creationId xmlns:a16="http://schemas.microsoft.com/office/drawing/2014/main" id="{D680D766-9571-41B1-8EE6-608CD13DE786}"/>
              </a:ext>
            </a:extLst>
          </p:cNvPr>
          <p:cNvSpPr>
            <a:spLocks noGrp="1"/>
          </p:cNvSpPr>
          <p:nvPr>
            <p:ph type="sldNum" sz="quarter" idx="12"/>
          </p:nvPr>
        </p:nvSpPr>
        <p:spPr/>
        <p:txBody>
          <a:bodyPr/>
          <a:lstStyle/>
          <a:p>
            <a:fld id="{2E51C1A5-19F7-4412-8E19-5FAA7BD10B67}" type="slidenum">
              <a:rPr lang="ko-KR" altLang="en-US" smtClean="0"/>
              <a:pPr/>
              <a:t>22</a:t>
            </a:fld>
            <a:endParaRPr lang="ko-KR" altLang="en-US" dirty="0"/>
          </a:p>
        </p:txBody>
      </p:sp>
    </p:spTree>
    <p:extLst>
      <p:ext uri="{BB962C8B-B14F-4D97-AF65-F5344CB8AC3E}">
        <p14:creationId xmlns:p14="http://schemas.microsoft.com/office/powerpoint/2010/main" val="2855501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내용 개체 틀 8">
            <a:extLst>
              <a:ext uri="{FF2B5EF4-FFF2-40B4-BE49-F238E27FC236}">
                <a16:creationId xmlns:a16="http://schemas.microsoft.com/office/drawing/2014/main" id="{57192667-4F89-B405-82CD-12D3BB970DC7}"/>
              </a:ext>
            </a:extLst>
          </p:cNvPr>
          <p:cNvPicPr>
            <a:picLocks noGrp="1" noChangeAspect="1"/>
          </p:cNvPicPr>
          <p:nvPr>
            <p:ph idx="1"/>
          </p:nvPr>
        </p:nvPicPr>
        <p:blipFill>
          <a:blip r:embed="rId2"/>
          <a:stretch>
            <a:fillRect/>
          </a:stretch>
        </p:blipFill>
        <p:spPr>
          <a:xfrm>
            <a:off x="1608881" y="830263"/>
            <a:ext cx="8974238" cy="5346700"/>
          </a:xfrm>
        </p:spPr>
      </p:pic>
      <p:sp>
        <p:nvSpPr>
          <p:cNvPr id="2" name="제목 1"/>
          <p:cNvSpPr>
            <a:spLocks noGrp="1"/>
          </p:cNvSpPr>
          <p:nvPr>
            <p:ph type="title"/>
          </p:nvPr>
        </p:nvSpPr>
        <p:spPr/>
        <p:txBody>
          <a:bodyPr/>
          <a:lstStyle/>
          <a:p>
            <a:r>
              <a:rPr lang="en-US" altLang="ko-KR" dirty="0"/>
              <a:t>Spring </a:t>
            </a:r>
            <a:r>
              <a:rPr lang="en-US" altLang="ko-KR" dirty="0" err="1"/>
              <a:t>Initializr</a:t>
            </a:r>
            <a:r>
              <a:rPr lang="ko-KR" altLang="en-US" dirty="0"/>
              <a:t>을 활용한 </a:t>
            </a:r>
            <a:r>
              <a:rPr lang="en-US" altLang="ko-KR" dirty="0"/>
              <a:t>Project </a:t>
            </a:r>
            <a:r>
              <a:rPr lang="ko-KR" altLang="en-US" dirty="0"/>
              <a:t>생성</a:t>
            </a:r>
          </a:p>
        </p:txBody>
      </p:sp>
      <p:sp>
        <p:nvSpPr>
          <p:cNvPr id="4" name="슬라이드 번호 개체 틀 3"/>
          <p:cNvSpPr>
            <a:spLocks noGrp="1"/>
          </p:cNvSpPr>
          <p:nvPr>
            <p:ph type="sldNum" sz="quarter" idx="12"/>
          </p:nvPr>
        </p:nvSpPr>
        <p:spPr/>
        <p:txBody>
          <a:bodyPr/>
          <a:lstStyle/>
          <a:p>
            <a:fld id="{06E1A36A-650F-4ADA-A77E-A308BE12CD4D}" type="slidenum">
              <a:rPr lang="ko-KR" altLang="en-US" smtClean="0"/>
              <a:t>23</a:t>
            </a:fld>
            <a:endParaRPr lang="ko-KR" altLang="en-US"/>
          </a:p>
        </p:txBody>
      </p:sp>
      <p:sp>
        <p:nvSpPr>
          <p:cNvPr id="10" name="직사각형 9">
            <a:extLst>
              <a:ext uri="{FF2B5EF4-FFF2-40B4-BE49-F238E27FC236}">
                <a16:creationId xmlns:a16="http://schemas.microsoft.com/office/drawing/2014/main" id="{E5106828-9DF1-4B4F-AB41-066619C1262E}"/>
              </a:ext>
            </a:extLst>
          </p:cNvPr>
          <p:cNvSpPr/>
          <p:nvPr/>
        </p:nvSpPr>
        <p:spPr>
          <a:xfrm>
            <a:off x="4146883" y="5697244"/>
            <a:ext cx="1571479" cy="3264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말풍선: 사각형 5">
            <a:extLst>
              <a:ext uri="{FF2B5EF4-FFF2-40B4-BE49-F238E27FC236}">
                <a16:creationId xmlns:a16="http://schemas.microsoft.com/office/drawing/2014/main" id="{149BEE55-D269-456A-9049-8D6492481F9F}"/>
              </a:ext>
            </a:extLst>
          </p:cNvPr>
          <p:cNvSpPr/>
          <p:nvPr/>
        </p:nvSpPr>
        <p:spPr>
          <a:xfrm>
            <a:off x="7487752" y="4876800"/>
            <a:ext cx="4216820" cy="721895"/>
          </a:xfrm>
          <a:prstGeom prst="wedgeRectCallout">
            <a:avLst>
              <a:gd name="adj1" fmla="val -93621"/>
              <a:gd name="adj2" fmla="val 5411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GENERATE : </a:t>
            </a:r>
            <a:r>
              <a:rPr lang="ko-KR" altLang="en-US" dirty="0"/>
              <a:t>프로젝트 파일 생성</a:t>
            </a:r>
          </a:p>
          <a:p>
            <a:pPr algn="ctr"/>
            <a:r>
              <a:rPr lang="en-US" altLang="ko-KR" dirty="0"/>
              <a:t>EXPLORE : </a:t>
            </a:r>
            <a:r>
              <a:rPr lang="ko-KR" altLang="en-US" dirty="0"/>
              <a:t>프로젝트 파일 내용 탐색</a:t>
            </a:r>
          </a:p>
        </p:txBody>
      </p:sp>
      <p:sp>
        <p:nvSpPr>
          <p:cNvPr id="7" name="말풍선: 사각형 6">
            <a:extLst>
              <a:ext uri="{FF2B5EF4-FFF2-40B4-BE49-F238E27FC236}">
                <a16:creationId xmlns:a16="http://schemas.microsoft.com/office/drawing/2014/main" id="{3D372533-AB06-400A-BC3D-AE9D72882879}"/>
              </a:ext>
            </a:extLst>
          </p:cNvPr>
          <p:cNvSpPr/>
          <p:nvPr/>
        </p:nvSpPr>
        <p:spPr>
          <a:xfrm>
            <a:off x="5041794" y="997527"/>
            <a:ext cx="4216820" cy="326458"/>
          </a:xfrm>
          <a:prstGeom prst="wedgeRectCallout">
            <a:avLst>
              <a:gd name="adj1" fmla="val -79401"/>
              <a:gd name="adj2" fmla="val 345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https://start.spring.io</a:t>
            </a:r>
            <a:endParaRPr lang="ko-KR" altLang="en-US" dirty="0"/>
          </a:p>
        </p:txBody>
      </p:sp>
    </p:spTree>
    <p:extLst>
      <p:ext uri="{BB962C8B-B14F-4D97-AF65-F5344CB8AC3E}">
        <p14:creationId xmlns:p14="http://schemas.microsoft.com/office/powerpoint/2010/main" val="649797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71412F3-1613-427B-AD7E-6F35DE150F67}"/>
              </a:ext>
            </a:extLst>
          </p:cNvPr>
          <p:cNvSpPr>
            <a:spLocks noGrp="1"/>
          </p:cNvSpPr>
          <p:nvPr>
            <p:ph type="title"/>
          </p:nvPr>
        </p:nvSpPr>
        <p:spPr/>
        <p:txBody>
          <a:bodyPr/>
          <a:lstStyle/>
          <a:p>
            <a:r>
              <a:rPr lang="ko-KR" altLang="en-US" dirty="0"/>
              <a:t>계속 </a:t>
            </a:r>
            <a:r>
              <a:rPr lang="en-US" altLang="ko-KR" dirty="0"/>
              <a:t>- Dependencies</a:t>
            </a:r>
            <a:endParaRPr lang="ko-KR" altLang="en-US" dirty="0"/>
          </a:p>
        </p:txBody>
      </p:sp>
      <p:sp>
        <p:nvSpPr>
          <p:cNvPr id="4" name="슬라이드 번호 개체 틀 3">
            <a:extLst>
              <a:ext uri="{FF2B5EF4-FFF2-40B4-BE49-F238E27FC236}">
                <a16:creationId xmlns:a16="http://schemas.microsoft.com/office/drawing/2014/main" id="{55403E0A-BC9D-47E9-AE25-66DEC28CF6CC}"/>
              </a:ext>
            </a:extLst>
          </p:cNvPr>
          <p:cNvSpPr>
            <a:spLocks noGrp="1"/>
          </p:cNvSpPr>
          <p:nvPr>
            <p:ph type="sldNum" sz="quarter" idx="12"/>
          </p:nvPr>
        </p:nvSpPr>
        <p:spPr/>
        <p:txBody>
          <a:bodyPr/>
          <a:lstStyle/>
          <a:p>
            <a:fld id="{9C9B3298-2095-4B78-B0E8-A466356F5ED6}" type="slidenum">
              <a:rPr lang="ko-KR" altLang="en-US" smtClean="0"/>
              <a:pPr/>
              <a:t>24</a:t>
            </a:fld>
            <a:endParaRPr lang="ko-KR" altLang="en-US"/>
          </a:p>
        </p:txBody>
      </p:sp>
      <p:pic>
        <p:nvPicPr>
          <p:cNvPr id="7" name="내용 개체 틀 6">
            <a:extLst>
              <a:ext uri="{FF2B5EF4-FFF2-40B4-BE49-F238E27FC236}">
                <a16:creationId xmlns:a16="http://schemas.microsoft.com/office/drawing/2014/main" id="{822D8651-03B9-41AE-984F-A45C6F20FE40}"/>
              </a:ext>
            </a:extLst>
          </p:cNvPr>
          <p:cNvPicPr>
            <a:picLocks noGrp="1" noChangeAspect="1"/>
          </p:cNvPicPr>
          <p:nvPr>
            <p:ph idx="1"/>
          </p:nvPr>
        </p:nvPicPr>
        <p:blipFill>
          <a:blip r:embed="rId2"/>
          <a:stretch>
            <a:fillRect/>
          </a:stretch>
        </p:blipFill>
        <p:spPr>
          <a:xfrm>
            <a:off x="2140467" y="852934"/>
            <a:ext cx="7911066" cy="5812050"/>
          </a:xfrm>
          <a:prstGeom prst="rect">
            <a:avLst/>
          </a:prstGeom>
        </p:spPr>
      </p:pic>
    </p:spTree>
    <p:extLst>
      <p:ext uri="{BB962C8B-B14F-4D97-AF65-F5344CB8AC3E}">
        <p14:creationId xmlns:p14="http://schemas.microsoft.com/office/powerpoint/2010/main" val="3670781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기존 프로젝트 가져오기</a:t>
            </a:r>
          </a:p>
        </p:txBody>
      </p:sp>
      <p:sp>
        <p:nvSpPr>
          <p:cNvPr id="3" name="내용 개체 틀 2"/>
          <p:cNvSpPr>
            <a:spLocks noGrp="1"/>
          </p:cNvSpPr>
          <p:nvPr>
            <p:ph sz="half" idx="1"/>
          </p:nvPr>
        </p:nvSpPr>
        <p:spPr/>
        <p:txBody>
          <a:bodyPr/>
          <a:lstStyle/>
          <a:p>
            <a:r>
              <a:rPr lang="ko-KR" altLang="en-US" dirty="0"/>
              <a:t>압축파일 형식의 프로젝트 활용</a:t>
            </a:r>
            <a:endParaRPr lang="en-US" altLang="ko-KR" dirty="0"/>
          </a:p>
          <a:p>
            <a:pPr lvl="1"/>
            <a:r>
              <a:rPr lang="ko-KR" altLang="en-US" dirty="0"/>
              <a:t>생성된 프로젝트를 다운로드 받고</a:t>
            </a:r>
            <a:r>
              <a:rPr lang="en-US" altLang="ko-KR" dirty="0"/>
              <a:t>, </a:t>
            </a:r>
            <a:r>
              <a:rPr lang="ko-KR" altLang="en-US" dirty="0"/>
              <a:t>압축을 해제</a:t>
            </a:r>
            <a:endParaRPr lang="en-US" altLang="ko-KR" dirty="0"/>
          </a:p>
          <a:p>
            <a:pPr lvl="1"/>
            <a:r>
              <a:rPr lang="en-US" altLang="ko-KR" dirty="0"/>
              <a:t>File &gt; New &gt; Project from Existing Sources </a:t>
            </a:r>
            <a:r>
              <a:rPr lang="ko-KR" altLang="en-US" dirty="0"/>
              <a:t>선택</a:t>
            </a:r>
            <a:endParaRPr lang="en-US" altLang="ko-KR" dirty="0"/>
          </a:p>
          <a:p>
            <a:pPr lvl="1"/>
            <a:r>
              <a:rPr lang="ko-KR" altLang="en-US" dirty="0"/>
              <a:t>압축해제한 경로 선택</a:t>
            </a:r>
            <a:endParaRPr lang="en-US" altLang="ko-KR" dirty="0"/>
          </a:p>
          <a:p>
            <a:pPr lvl="1"/>
            <a:endParaRPr lang="ko-KR" altLang="en-US" dirty="0"/>
          </a:p>
        </p:txBody>
      </p:sp>
      <p:pic>
        <p:nvPicPr>
          <p:cNvPr id="8" name="내용 개체 틀 7">
            <a:extLst>
              <a:ext uri="{FF2B5EF4-FFF2-40B4-BE49-F238E27FC236}">
                <a16:creationId xmlns:a16="http://schemas.microsoft.com/office/drawing/2014/main" id="{98FD9E61-6240-4BF8-9ED4-52A1F83950DC}"/>
              </a:ext>
            </a:extLst>
          </p:cNvPr>
          <p:cNvPicPr>
            <a:picLocks noGrp="1" noChangeAspect="1"/>
          </p:cNvPicPr>
          <p:nvPr>
            <p:ph sz="half" idx="2"/>
          </p:nvPr>
        </p:nvPicPr>
        <p:blipFill>
          <a:blip r:embed="rId2"/>
          <a:stretch>
            <a:fillRect/>
          </a:stretch>
        </p:blipFill>
        <p:spPr>
          <a:xfrm>
            <a:off x="6172200" y="2085181"/>
            <a:ext cx="5181600" cy="2806700"/>
          </a:xfrm>
        </p:spPr>
      </p:pic>
      <p:sp>
        <p:nvSpPr>
          <p:cNvPr id="4" name="슬라이드 번호 개체 틀 3"/>
          <p:cNvSpPr>
            <a:spLocks noGrp="1"/>
          </p:cNvSpPr>
          <p:nvPr>
            <p:ph type="sldNum" sz="quarter" idx="12"/>
          </p:nvPr>
        </p:nvSpPr>
        <p:spPr/>
        <p:txBody>
          <a:bodyPr/>
          <a:lstStyle/>
          <a:p>
            <a:fld id="{06E1A36A-650F-4ADA-A77E-A308BE12CD4D}" type="slidenum">
              <a:rPr lang="ko-KR" altLang="en-US" smtClean="0"/>
              <a:t>25</a:t>
            </a:fld>
            <a:endParaRPr lang="ko-KR" altLang="en-US"/>
          </a:p>
        </p:txBody>
      </p:sp>
      <p:sp>
        <p:nvSpPr>
          <p:cNvPr id="9" name="직사각형 8">
            <a:extLst>
              <a:ext uri="{FF2B5EF4-FFF2-40B4-BE49-F238E27FC236}">
                <a16:creationId xmlns:a16="http://schemas.microsoft.com/office/drawing/2014/main" id="{8997A473-060C-4CDF-A5AB-524B024C4F12}"/>
              </a:ext>
            </a:extLst>
          </p:cNvPr>
          <p:cNvSpPr/>
          <p:nvPr/>
        </p:nvSpPr>
        <p:spPr>
          <a:xfrm>
            <a:off x="6232115" y="2804099"/>
            <a:ext cx="2436644" cy="3264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750756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7EF64B-C855-4C72-8953-D690F307A066}"/>
              </a:ext>
            </a:extLst>
          </p:cNvPr>
          <p:cNvSpPr>
            <a:spLocks noGrp="1"/>
          </p:cNvSpPr>
          <p:nvPr>
            <p:ph type="title"/>
          </p:nvPr>
        </p:nvSpPr>
        <p:spPr/>
        <p:txBody>
          <a:bodyPr>
            <a:normAutofit/>
          </a:bodyPr>
          <a:lstStyle/>
          <a:p>
            <a:r>
              <a:rPr lang="ko-KR" altLang="en-US" dirty="0"/>
              <a:t>기존 프로젝트 가져오기 </a:t>
            </a:r>
            <a:r>
              <a:rPr lang="en-US" altLang="ko-KR" dirty="0"/>
              <a:t>– VCS </a:t>
            </a:r>
            <a:endParaRPr lang="ko-KR" altLang="en-US" dirty="0"/>
          </a:p>
        </p:txBody>
      </p:sp>
      <p:sp>
        <p:nvSpPr>
          <p:cNvPr id="7" name="내용 개체 틀 6">
            <a:extLst>
              <a:ext uri="{FF2B5EF4-FFF2-40B4-BE49-F238E27FC236}">
                <a16:creationId xmlns:a16="http://schemas.microsoft.com/office/drawing/2014/main" id="{0124BED8-74D4-4449-AC7A-0A707FB7E315}"/>
              </a:ext>
            </a:extLst>
          </p:cNvPr>
          <p:cNvSpPr>
            <a:spLocks noGrp="1"/>
          </p:cNvSpPr>
          <p:nvPr>
            <p:ph sz="half" idx="1"/>
          </p:nvPr>
        </p:nvSpPr>
        <p:spPr/>
        <p:txBody>
          <a:bodyPr/>
          <a:lstStyle/>
          <a:p>
            <a:r>
              <a:rPr lang="en-US" altLang="ko-KR" dirty="0"/>
              <a:t>repository </a:t>
            </a:r>
            <a:r>
              <a:rPr lang="ko-KR" altLang="en-US" dirty="0"/>
              <a:t>활용</a:t>
            </a:r>
            <a:endParaRPr lang="en-US" altLang="ko-KR" dirty="0"/>
          </a:p>
          <a:p>
            <a:pPr lvl="1"/>
            <a:r>
              <a:rPr lang="en-US" altLang="ko-KR" dirty="0"/>
              <a:t>File-New Project from Version Control </a:t>
            </a:r>
            <a:r>
              <a:rPr lang="ko-KR" altLang="en-US" dirty="0"/>
              <a:t>선택</a:t>
            </a:r>
            <a:endParaRPr lang="en-US" altLang="ko-KR" dirty="0"/>
          </a:p>
          <a:p>
            <a:pPr lvl="2"/>
            <a:r>
              <a:rPr lang="en-US" altLang="ko-KR" dirty="0" err="1"/>
              <a:t>github</a:t>
            </a:r>
            <a:r>
              <a:rPr lang="en-US" altLang="ko-KR" dirty="0"/>
              <a:t>, mercurial, subversion</a:t>
            </a:r>
            <a:r>
              <a:rPr lang="ko-KR" altLang="en-US" dirty="0"/>
              <a:t>과 같은 </a:t>
            </a:r>
            <a:r>
              <a:rPr lang="en-US" altLang="ko-KR" dirty="0"/>
              <a:t>repository</a:t>
            </a:r>
            <a:r>
              <a:rPr lang="ko-KR" altLang="en-US" dirty="0"/>
              <a:t>로 부터 </a:t>
            </a:r>
            <a:r>
              <a:rPr lang="en-US" altLang="ko-KR" dirty="0"/>
              <a:t>clone</a:t>
            </a:r>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7368733F-6E8B-405B-B12C-E9967A8729E9}"/>
              </a:ext>
            </a:extLst>
          </p:cNvPr>
          <p:cNvSpPr>
            <a:spLocks noGrp="1"/>
          </p:cNvSpPr>
          <p:nvPr>
            <p:ph type="sldNum" sz="quarter" idx="12"/>
          </p:nvPr>
        </p:nvSpPr>
        <p:spPr/>
        <p:txBody>
          <a:bodyPr/>
          <a:lstStyle/>
          <a:p>
            <a:fld id="{9C9B3298-2095-4B78-B0E8-A466356F5ED6}" type="slidenum">
              <a:rPr lang="ko-KR" altLang="en-US" smtClean="0"/>
              <a:pPr/>
              <a:t>26</a:t>
            </a:fld>
            <a:endParaRPr lang="ko-KR" altLang="en-US"/>
          </a:p>
        </p:txBody>
      </p:sp>
      <p:pic>
        <p:nvPicPr>
          <p:cNvPr id="16" name="내용 개체 틀 15">
            <a:extLst>
              <a:ext uri="{FF2B5EF4-FFF2-40B4-BE49-F238E27FC236}">
                <a16:creationId xmlns:a16="http://schemas.microsoft.com/office/drawing/2014/main" id="{16751D0C-EB46-43B3-A7C9-ADF5B7C62C1D}"/>
              </a:ext>
            </a:extLst>
          </p:cNvPr>
          <p:cNvPicPr>
            <a:picLocks noGrp="1" noChangeAspect="1"/>
          </p:cNvPicPr>
          <p:nvPr>
            <p:ph sz="half" idx="2"/>
          </p:nvPr>
        </p:nvPicPr>
        <p:blipFill>
          <a:blip r:embed="rId2"/>
          <a:stretch>
            <a:fillRect/>
          </a:stretch>
        </p:blipFill>
        <p:spPr>
          <a:xfrm>
            <a:off x="6172200" y="2091116"/>
            <a:ext cx="5181600" cy="2794830"/>
          </a:xfrm>
        </p:spPr>
      </p:pic>
      <p:sp>
        <p:nvSpPr>
          <p:cNvPr id="17" name="직사각형 16">
            <a:extLst>
              <a:ext uri="{FF2B5EF4-FFF2-40B4-BE49-F238E27FC236}">
                <a16:creationId xmlns:a16="http://schemas.microsoft.com/office/drawing/2014/main" id="{D4A22844-4212-48F4-B6FC-836BF599CDDF}"/>
              </a:ext>
            </a:extLst>
          </p:cNvPr>
          <p:cNvSpPr/>
          <p:nvPr/>
        </p:nvSpPr>
        <p:spPr>
          <a:xfrm>
            <a:off x="8838373" y="3044322"/>
            <a:ext cx="2436644" cy="3264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6153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345262-6A63-4443-87BF-AB6725BF0973}"/>
              </a:ext>
            </a:extLst>
          </p:cNvPr>
          <p:cNvSpPr>
            <a:spLocks noGrp="1"/>
          </p:cNvSpPr>
          <p:nvPr>
            <p:ph type="title"/>
          </p:nvPr>
        </p:nvSpPr>
        <p:spPr/>
        <p:txBody>
          <a:bodyPr/>
          <a:lstStyle/>
          <a:p>
            <a:r>
              <a:rPr kumimoji="1" lang="en-US" altLang="ko-KR" dirty="0"/>
              <a:t>Spring Boot Project </a:t>
            </a:r>
            <a:r>
              <a:rPr kumimoji="1" lang="ko-KR" altLang="en-US" dirty="0"/>
              <a:t>장점 및 단점</a:t>
            </a:r>
          </a:p>
        </p:txBody>
      </p:sp>
      <p:sp>
        <p:nvSpPr>
          <p:cNvPr id="3" name="내용 개체 틀 2">
            <a:extLst>
              <a:ext uri="{FF2B5EF4-FFF2-40B4-BE49-F238E27FC236}">
                <a16:creationId xmlns:a16="http://schemas.microsoft.com/office/drawing/2014/main" id="{436EC93F-CD29-D94C-A07A-362154048C97}"/>
              </a:ext>
            </a:extLst>
          </p:cNvPr>
          <p:cNvSpPr>
            <a:spLocks noGrp="1"/>
          </p:cNvSpPr>
          <p:nvPr>
            <p:ph idx="1"/>
          </p:nvPr>
        </p:nvSpPr>
        <p:spPr/>
        <p:txBody>
          <a:bodyPr/>
          <a:lstStyle/>
          <a:p>
            <a:r>
              <a:rPr kumimoji="1" lang="ko-KR" altLang="en-US" dirty="0"/>
              <a:t>장점</a:t>
            </a:r>
          </a:p>
          <a:p>
            <a:pPr lvl="1"/>
            <a:r>
              <a:rPr kumimoji="1" lang="en-US" altLang="ko-KR" dirty="0"/>
              <a:t>1. </a:t>
            </a:r>
            <a:r>
              <a:rPr kumimoji="1" lang="ko-KR" altLang="en-US" dirty="0"/>
              <a:t>별도의 설정이 필요 없다</a:t>
            </a:r>
            <a:r>
              <a:rPr kumimoji="1" lang="en-US" altLang="ko-KR" dirty="0"/>
              <a:t>.</a:t>
            </a:r>
          </a:p>
          <a:p>
            <a:pPr lvl="1"/>
            <a:r>
              <a:rPr kumimoji="1" lang="en-US" altLang="ko-KR" dirty="0"/>
              <a:t>2. WAS</a:t>
            </a:r>
            <a:r>
              <a:rPr kumimoji="1" lang="ko-KR" altLang="en-US" dirty="0"/>
              <a:t>없이 실행이 가능하다</a:t>
            </a:r>
            <a:r>
              <a:rPr kumimoji="1" lang="en-US" altLang="ko-KR" dirty="0"/>
              <a:t>.</a:t>
            </a:r>
          </a:p>
          <a:p>
            <a:pPr lvl="1"/>
            <a:r>
              <a:rPr kumimoji="1" lang="en-US" altLang="ko-KR" dirty="0"/>
              <a:t>3. </a:t>
            </a:r>
            <a:r>
              <a:rPr kumimoji="1" lang="ko-KR" altLang="en-US" dirty="0"/>
              <a:t>로딩 시간이 짧아서 테스트 하기 편하다</a:t>
            </a:r>
            <a:r>
              <a:rPr kumimoji="1" lang="en-US" altLang="ko-KR" dirty="0"/>
              <a:t>.</a:t>
            </a:r>
          </a:p>
          <a:p>
            <a:r>
              <a:rPr kumimoji="1" lang="ko-KR" altLang="en-US" dirty="0"/>
              <a:t>단점</a:t>
            </a:r>
          </a:p>
          <a:p>
            <a:pPr lvl="1"/>
            <a:r>
              <a:rPr kumimoji="1" lang="en-US" altLang="ko-KR" dirty="0"/>
              <a:t>1. </a:t>
            </a:r>
            <a:r>
              <a:rPr kumimoji="1" lang="ko-KR" altLang="en-US" dirty="0"/>
              <a:t>기존의 설정과 다른 방식으로 사용한다</a:t>
            </a:r>
            <a:r>
              <a:rPr kumimoji="1" lang="en-US" altLang="ko-KR" dirty="0"/>
              <a:t>.</a:t>
            </a:r>
          </a:p>
          <a:p>
            <a:pPr lvl="1"/>
            <a:r>
              <a:rPr kumimoji="1" lang="en-US" altLang="ko-KR" dirty="0"/>
              <a:t>2. JSP </a:t>
            </a:r>
            <a:r>
              <a:rPr kumimoji="1" lang="ko-KR" altLang="en-US" dirty="0"/>
              <a:t>설정 등은 별도로 해야 한다</a:t>
            </a:r>
            <a:r>
              <a:rPr kumimoji="1" lang="en-US" altLang="ko-KR" dirty="0"/>
              <a:t>.</a:t>
            </a:r>
            <a:endParaRPr kumimoji="1" lang="ko-KR" altLang="en-US" dirty="0"/>
          </a:p>
        </p:txBody>
      </p:sp>
      <p:sp>
        <p:nvSpPr>
          <p:cNvPr id="4" name="슬라이드 번호 개체 틀 3">
            <a:extLst>
              <a:ext uri="{FF2B5EF4-FFF2-40B4-BE49-F238E27FC236}">
                <a16:creationId xmlns:a16="http://schemas.microsoft.com/office/drawing/2014/main" id="{4CB773A4-1427-1B40-8131-299695024EA5}"/>
              </a:ext>
            </a:extLst>
          </p:cNvPr>
          <p:cNvSpPr>
            <a:spLocks noGrp="1"/>
          </p:cNvSpPr>
          <p:nvPr>
            <p:ph type="sldNum" sz="quarter" idx="12"/>
          </p:nvPr>
        </p:nvSpPr>
        <p:spPr/>
        <p:txBody>
          <a:bodyPr/>
          <a:lstStyle/>
          <a:p>
            <a:fld id="{06E1A36A-650F-4ADA-A77E-A308BE12CD4D}" type="slidenum">
              <a:rPr lang="ko-KR" altLang="en-US" smtClean="0"/>
              <a:t>27</a:t>
            </a:fld>
            <a:endParaRPr lang="ko-KR" altLang="en-US"/>
          </a:p>
        </p:txBody>
      </p:sp>
    </p:spTree>
    <p:extLst>
      <p:ext uri="{BB962C8B-B14F-4D97-AF65-F5344CB8AC3E}">
        <p14:creationId xmlns:p14="http://schemas.microsoft.com/office/powerpoint/2010/main" val="793720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C6122503-3F40-4D06-B616-693D94D34A5A}"/>
              </a:ext>
            </a:extLst>
          </p:cNvPr>
          <p:cNvSpPr>
            <a:spLocks noGrp="1"/>
          </p:cNvSpPr>
          <p:nvPr>
            <p:ph type="title"/>
          </p:nvPr>
        </p:nvSpPr>
        <p:spPr/>
        <p:txBody>
          <a:bodyPr/>
          <a:lstStyle/>
          <a:p>
            <a:r>
              <a:rPr lang="ko-KR" altLang="en-US" dirty="0"/>
              <a:t>계속</a:t>
            </a:r>
          </a:p>
        </p:txBody>
      </p:sp>
      <p:sp>
        <p:nvSpPr>
          <p:cNvPr id="6" name="내용 개체 틀 5">
            <a:extLst>
              <a:ext uri="{FF2B5EF4-FFF2-40B4-BE49-F238E27FC236}">
                <a16:creationId xmlns:a16="http://schemas.microsoft.com/office/drawing/2014/main" id="{8C3D32D4-3EFD-423F-9FE2-4BE66BFEDE3B}"/>
              </a:ext>
            </a:extLst>
          </p:cNvPr>
          <p:cNvSpPr>
            <a:spLocks noGrp="1"/>
          </p:cNvSpPr>
          <p:nvPr>
            <p:ph sz="half" idx="1"/>
          </p:nvPr>
        </p:nvSpPr>
        <p:spPr>
          <a:xfrm>
            <a:off x="838199" y="800100"/>
            <a:ext cx="5508357" cy="5376863"/>
          </a:xfrm>
        </p:spPr>
        <p:txBody>
          <a:bodyPr>
            <a:normAutofit fontScale="55000" lnSpcReduction="20000"/>
          </a:bodyPr>
          <a:lstStyle/>
          <a:p>
            <a:pPr marL="0" indent="0">
              <a:lnSpc>
                <a:spcPct val="120000"/>
              </a:lnSpc>
              <a:buNone/>
            </a:pPr>
            <a:r>
              <a:rPr lang="en-US" altLang="ko-KR" dirty="0"/>
              <a:t>Demo200412</a:t>
            </a:r>
          </a:p>
          <a:p>
            <a:pPr marL="0" indent="0">
              <a:lnSpc>
                <a:spcPct val="120000"/>
              </a:lnSpc>
              <a:buNone/>
            </a:pPr>
            <a:r>
              <a:rPr lang="en-US" altLang="ko-KR" dirty="0"/>
              <a:t>├── </a:t>
            </a:r>
            <a:r>
              <a:rPr lang="en-US" altLang="ko-KR" dirty="0" err="1"/>
              <a:t>src</a:t>
            </a:r>
            <a:endParaRPr lang="en-US" altLang="ko-KR" dirty="0"/>
          </a:p>
          <a:p>
            <a:pPr marL="0" indent="0">
              <a:lnSpc>
                <a:spcPct val="120000"/>
              </a:lnSpc>
              <a:buNone/>
            </a:pPr>
            <a:r>
              <a:rPr lang="en-US" altLang="ko-KR" dirty="0"/>
              <a:t>│   ├── main</a:t>
            </a:r>
          </a:p>
          <a:p>
            <a:pPr marL="0" indent="0">
              <a:lnSpc>
                <a:spcPct val="120000"/>
              </a:lnSpc>
              <a:buNone/>
            </a:pPr>
            <a:r>
              <a:rPr lang="en-US" altLang="ko-KR" dirty="0"/>
              <a:t>│   │   ├── java</a:t>
            </a:r>
          </a:p>
          <a:p>
            <a:pPr marL="0" indent="0">
              <a:lnSpc>
                <a:spcPct val="120000"/>
              </a:lnSpc>
              <a:buNone/>
            </a:pPr>
            <a:r>
              <a:rPr lang="en-US" altLang="ko-KR" dirty="0"/>
              <a:t>│   │   │   └── </a:t>
            </a:r>
            <a:r>
              <a:rPr lang="en-US" altLang="ko-KR" dirty="0" err="1"/>
              <a:t>idusw</a:t>
            </a:r>
            <a:endParaRPr lang="en-US" altLang="ko-KR" dirty="0"/>
          </a:p>
          <a:p>
            <a:pPr marL="0" indent="0">
              <a:lnSpc>
                <a:spcPct val="120000"/>
              </a:lnSpc>
              <a:buNone/>
            </a:pPr>
            <a:r>
              <a:rPr lang="en-US" altLang="ko-KR" dirty="0"/>
              <a:t>│   │   │       └── sb</a:t>
            </a:r>
          </a:p>
          <a:p>
            <a:pPr marL="0" indent="0">
              <a:lnSpc>
                <a:spcPct val="120000"/>
              </a:lnSpc>
              <a:buNone/>
            </a:pPr>
            <a:r>
              <a:rPr lang="en-US" altLang="ko-KR" dirty="0"/>
              <a:t>│   │   │           └── demo200412</a:t>
            </a:r>
          </a:p>
          <a:p>
            <a:pPr marL="0" indent="0">
              <a:lnSpc>
                <a:spcPct val="120000"/>
              </a:lnSpc>
              <a:buNone/>
            </a:pPr>
            <a:r>
              <a:rPr lang="en-US" altLang="ko-KR" dirty="0"/>
              <a:t>│   │   │ 	               └── Demo200412Application.java</a:t>
            </a:r>
          </a:p>
          <a:p>
            <a:pPr marL="0" indent="0">
              <a:lnSpc>
                <a:spcPct val="120000"/>
              </a:lnSpc>
              <a:buNone/>
            </a:pPr>
            <a:r>
              <a:rPr lang="en-US" altLang="ko-KR" dirty="0"/>
              <a:t>│   │   └── resources</a:t>
            </a:r>
          </a:p>
          <a:p>
            <a:pPr marL="0" indent="0">
              <a:lnSpc>
                <a:spcPct val="120000"/>
              </a:lnSpc>
              <a:buNone/>
            </a:pPr>
            <a:r>
              <a:rPr lang="en-US" altLang="ko-KR" dirty="0"/>
              <a:t>│   │   	  └── static</a:t>
            </a:r>
          </a:p>
          <a:p>
            <a:pPr marL="0" indent="0">
              <a:lnSpc>
                <a:spcPct val="120000"/>
              </a:lnSpc>
              <a:buNone/>
            </a:pPr>
            <a:r>
              <a:rPr lang="en-US" altLang="ko-KR" dirty="0"/>
              <a:t>│   │   	  └── templates</a:t>
            </a:r>
          </a:p>
          <a:p>
            <a:pPr marL="0" indent="0">
              <a:lnSpc>
                <a:spcPct val="120000"/>
              </a:lnSpc>
              <a:buNone/>
            </a:pPr>
            <a:r>
              <a:rPr lang="en-US" altLang="ko-KR" dirty="0"/>
              <a:t>│   │         └── </a:t>
            </a:r>
            <a:r>
              <a:rPr lang="en-US" altLang="ko-KR" dirty="0" err="1"/>
              <a:t>application.properties</a:t>
            </a:r>
            <a:endParaRPr lang="en-US" altLang="ko-KR" dirty="0"/>
          </a:p>
          <a:p>
            <a:pPr marL="0" indent="0">
              <a:lnSpc>
                <a:spcPct val="120000"/>
              </a:lnSpc>
              <a:buNone/>
            </a:pPr>
            <a:r>
              <a:rPr lang="en-US" altLang="ko-KR" dirty="0"/>
              <a:t>│   └── test</a:t>
            </a:r>
          </a:p>
          <a:p>
            <a:pPr marL="0" indent="0">
              <a:lnSpc>
                <a:spcPct val="120000"/>
              </a:lnSpc>
              <a:buNone/>
            </a:pPr>
            <a:r>
              <a:rPr lang="en-US" altLang="ko-KR" dirty="0"/>
              <a:t>│         └── java</a:t>
            </a:r>
          </a:p>
          <a:p>
            <a:pPr marL="0" indent="0">
              <a:lnSpc>
                <a:spcPct val="120000"/>
              </a:lnSpc>
              <a:buNone/>
            </a:pPr>
            <a:r>
              <a:rPr lang="en-US" altLang="ko-KR" dirty="0"/>
              <a:t>└── </a:t>
            </a:r>
            <a:r>
              <a:rPr lang="en-US" altLang="ko-KR" dirty="0" err="1"/>
              <a:t>build.gradle</a:t>
            </a:r>
            <a:endParaRPr lang="ko-KR" altLang="en-US" dirty="0"/>
          </a:p>
        </p:txBody>
      </p:sp>
      <p:sp>
        <p:nvSpPr>
          <p:cNvPr id="7" name="내용 개체 틀 6">
            <a:extLst>
              <a:ext uri="{FF2B5EF4-FFF2-40B4-BE49-F238E27FC236}">
                <a16:creationId xmlns:a16="http://schemas.microsoft.com/office/drawing/2014/main" id="{89DCAE79-9532-4164-BDBC-0F5723E2CE0C}"/>
              </a:ext>
            </a:extLst>
          </p:cNvPr>
          <p:cNvSpPr>
            <a:spLocks noGrp="1"/>
          </p:cNvSpPr>
          <p:nvPr>
            <p:ph sz="half" idx="2"/>
          </p:nvPr>
        </p:nvSpPr>
        <p:spPr>
          <a:xfrm>
            <a:off x="6346556" y="800100"/>
            <a:ext cx="5007244" cy="5376863"/>
          </a:xfrm>
        </p:spPr>
        <p:txBody>
          <a:bodyPr>
            <a:normAutofit fontScale="55000" lnSpcReduction="20000"/>
          </a:bodyPr>
          <a:lstStyle/>
          <a:p>
            <a:r>
              <a:rPr lang="ko-KR" altLang="en-US" dirty="0"/>
              <a:t>산출물 이름</a:t>
            </a:r>
            <a:endParaRPr lang="en-US" altLang="ko-KR" dirty="0"/>
          </a:p>
          <a:p>
            <a:r>
              <a:rPr lang="en-US" altLang="ko-KR" dirty="0"/>
              <a:t>main/java : Java </a:t>
            </a:r>
            <a:r>
              <a:rPr lang="ko-KR" altLang="en-US" dirty="0"/>
              <a:t>코드</a:t>
            </a:r>
            <a:endParaRPr lang="en-US" altLang="ko-KR" dirty="0"/>
          </a:p>
          <a:p>
            <a:endParaRPr lang="en-US" altLang="ko-KR" dirty="0"/>
          </a:p>
          <a:p>
            <a:endParaRPr lang="en-US" altLang="ko-KR" dirty="0"/>
          </a:p>
          <a:p>
            <a:endParaRPr lang="en-US" altLang="ko-KR" dirty="0"/>
          </a:p>
          <a:p>
            <a:endParaRPr lang="en-US" altLang="ko-KR" dirty="0"/>
          </a:p>
          <a:p>
            <a:endParaRPr lang="en-US" altLang="ko-KR" dirty="0"/>
          </a:p>
          <a:p>
            <a:r>
              <a:rPr lang="en-US" altLang="ko-KR" dirty="0"/>
              <a:t>main/resources : </a:t>
            </a:r>
            <a:r>
              <a:rPr lang="ko-KR" altLang="en-US" dirty="0"/>
              <a:t>정적</a:t>
            </a:r>
            <a:r>
              <a:rPr lang="en-US" altLang="ko-KR" dirty="0"/>
              <a:t>/</a:t>
            </a:r>
            <a:r>
              <a:rPr lang="ko-KR" altLang="en-US" dirty="0"/>
              <a:t>동적 자원</a:t>
            </a:r>
            <a:endParaRPr lang="en-US" altLang="ko-KR" dirty="0"/>
          </a:p>
          <a:p>
            <a:endParaRPr lang="en-US" altLang="ko-KR" dirty="0"/>
          </a:p>
          <a:p>
            <a:endParaRPr lang="en-US" altLang="ko-KR" dirty="0"/>
          </a:p>
          <a:p>
            <a:r>
              <a:rPr lang="en-US" altLang="ko-KR" dirty="0"/>
              <a:t>test/java : </a:t>
            </a:r>
            <a:r>
              <a:rPr lang="ko-KR" altLang="en-US" dirty="0"/>
              <a:t>테스트 코드</a:t>
            </a:r>
            <a:endParaRPr lang="en-US" altLang="ko-KR" dirty="0"/>
          </a:p>
          <a:p>
            <a:endParaRPr lang="en-US" altLang="ko-KR" dirty="0"/>
          </a:p>
          <a:p>
            <a:r>
              <a:rPr lang="en-US" altLang="ko-KR" dirty="0" err="1"/>
              <a:t>gradle</a:t>
            </a:r>
            <a:r>
              <a:rPr lang="en-US" altLang="ko-KR" dirty="0"/>
              <a:t> </a:t>
            </a:r>
            <a:r>
              <a:rPr lang="ko-KR" altLang="en-US" dirty="0"/>
              <a:t>설정 파일</a:t>
            </a:r>
          </a:p>
        </p:txBody>
      </p:sp>
      <p:sp>
        <p:nvSpPr>
          <p:cNvPr id="4" name="슬라이드 번호 개체 틀 3">
            <a:extLst>
              <a:ext uri="{FF2B5EF4-FFF2-40B4-BE49-F238E27FC236}">
                <a16:creationId xmlns:a16="http://schemas.microsoft.com/office/drawing/2014/main" id="{D28BF41C-E0FC-459B-BD60-0152FC3AA206}"/>
              </a:ext>
            </a:extLst>
          </p:cNvPr>
          <p:cNvSpPr>
            <a:spLocks noGrp="1"/>
          </p:cNvSpPr>
          <p:nvPr>
            <p:ph type="sldNum" sz="quarter" idx="12"/>
          </p:nvPr>
        </p:nvSpPr>
        <p:spPr/>
        <p:txBody>
          <a:bodyPr/>
          <a:lstStyle/>
          <a:p>
            <a:fld id="{2E51C1A5-19F7-4412-8E19-5FAA7BD10B67}" type="slidenum">
              <a:rPr lang="ko-KR" altLang="en-US" smtClean="0"/>
              <a:pPr/>
              <a:t>28</a:t>
            </a:fld>
            <a:endParaRPr lang="ko-KR" altLang="en-US" dirty="0"/>
          </a:p>
        </p:txBody>
      </p:sp>
    </p:spTree>
    <p:extLst>
      <p:ext uri="{BB962C8B-B14F-4D97-AF65-F5344CB8AC3E}">
        <p14:creationId xmlns:p14="http://schemas.microsoft.com/office/powerpoint/2010/main" val="1655918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Spring Boot </a:t>
            </a:r>
            <a:r>
              <a:rPr lang="ko-KR" altLang="en-US" dirty="0"/>
              <a:t>디렉토리 구조</a:t>
            </a:r>
          </a:p>
        </p:txBody>
      </p:sp>
      <p:sp>
        <p:nvSpPr>
          <p:cNvPr id="3" name="내용 개체 틀 2"/>
          <p:cNvSpPr>
            <a:spLocks noGrp="1"/>
          </p:cNvSpPr>
          <p:nvPr>
            <p:ph idx="1"/>
          </p:nvPr>
        </p:nvSpPr>
        <p:spPr>
          <a:xfrm>
            <a:off x="838200" y="830580"/>
            <a:ext cx="10515600" cy="5346383"/>
          </a:xfrm>
        </p:spPr>
        <p:txBody>
          <a:bodyPr>
            <a:normAutofit/>
          </a:bodyPr>
          <a:lstStyle/>
          <a:p>
            <a:pPr marL="0" indent="0">
              <a:buNone/>
            </a:pPr>
            <a:r>
              <a:rPr lang="ko-KR" altLang="en-US" sz="1600" dirty="0"/>
              <a:t>📁 </a:t>
            </a:r>
            <a:r>
              <a:rPr lang="en-US" altLang="ko-KR" sz="1600" dirty="0" err="1"/>
              <a:t>src</a:t>
            </a:r>
            <a:r>
              <a:rPr lang="en-US" altLang="ko-KR" sz="1600" dirty="0"/>
              <a:t>/main/java			</a:t>
            </a:r>
            <a:r>
              <a:rPr lang="ko-KR" altLang="en-US" sz="1600" dirty="0"/>
              <a:t>핵심코드</a:t>
            </a:r>
          </a:p>
          <a:p>
            <a:pPr marL="0" indent="0" defTabSz="712788">
              <a:buNone/>
              <a:tabLst>
                <a:tab pos="446088" algn="l"/>
                <a:tab pos="627063" algn="l"/>
              </a:tabLst>
            </a:pPr>
            <a:r>
              <a:rPr lang="ko-KR" altLang="en-US" sz="1600" dirty="0"/>
              <a:t>    ▹ 📁 </a:t>
            </a:r>
            <a:r>
              <a:rPr lang="en-US" altLang="ko-KR" sz="1600" dirty="0" err="1"/>
              <a:t>idusw</a:t>
            </a:r>
            <a:r>
              <a:rPr lang="en-US" altLang="ko-KR" sz="1600" dirty="0"/>
              <a:t>/sb/demo200412</a:t>
            </a:r>
          </a:p>
          <a:p>
            <a:pPr marL="0" indent="0" defTabSz="712788">
              <a:buNone/>
              <a:tabLst>
                <a:tab pos="542925" algn="l"/>
                <a:tab pos="627063" algn="l"/>
                <a:tab pos="808038" algn="l"/>
              </a:tabLst>
            </a:pPr>
            <a:r>
              <a:rPr lang="en-US" altLang="ko-KR" sz="1600" dirty="0"/>
              <a:t>	▹ </a:t>
            </a:r>
            <a:r>
              <a:rPr lang="ko-KR" altLang="en-US" sz="1600" dirty="0"/>
              <a:t>📁 </a:t>
            </a:r>
            <a:r>
              <a:rPr lang="en-US" altLang="ko-KR" sz="1600" dirty="0"/>
              <a:t>controller			@Controller, @RequestMapping</a:t>
            </a:r>
          </a:p>
          <a:p>
            <a:pPr marL="0" indent="0" defTabSz="712788">
              <a:buNone/>
              <a:tabLst>
                <a:tab pos="446088" algn="l"/>
                <a:tab pos="627063" algn="l"/>
              </a:tabLst>
            </a:pPr>
            <a:r>
              <a:rPr lang="en-US" altLang="ko-KR" sz="1600" dirty="0"/>
              <a:t>        ▹ </a:t>
            </a:r>
            <a:r>
              <a:rPr lang="ko-KR" altLang="en-US" sz="1600" dirty="0"/>
              <a:t>📁 </a:t>
            </a:r>
            <a:r>
              <a:rPr lang="en-US" altLang="ko-KR" sz="1600" dirty="0"/>
              <a:t>domain			@Entity</a:t>
            </a:r>
          </a:p>
          <a:p>
            <a:pPr marL="0" indent="0" defTabSz="712788">
              <a:buNone/>
              <a:tabLst>
                <a:tab pos="446088" algn="l"/>
                <a:tab pos="627063" algn="l"/>
              </a:tabLst>
            </a:pPr>
            <a:r>
              <a:rPr lang="en-US" altLang="ko-KR" sz="1600" dirty="0"/>
              <a:t>        ▹ </a:t>
            </a:r>
            <a:r>
              <a:rPr lang="ko-KR" altLang="en-US" sz="1600" dirty="0"/>
              <a:t>📁 </a:t>
            </a:r>
            <a:r>
              <a:rPr lang="en-US" altLang="ko-KR" sz="1600" dirty="0"/>
              <a:t>repository			@JpaRepository, @CrudRepository</a:t>
            </a:r>
          </a:p>
          <a:p>
            <a:pPr marL="0" indent="0" defTabSz="712788">
              <a:buNone/>
              <a:tabLst>
                <a:tab pos="446088" algn="l"/>
                <a:tab pos="627063" algn="l"/>
              </a:tabLst>
            </a:pPr>
            <a:r>
              <a:rPr lang="en-US" altLang="ko-KR" sz="1600" dirty="0"/>
              <a:t>        ▹ </a:t>
            </a:r>
            <a:r>
              <a:rPr lang="ko-KR" altLang="en-US" sz="1600" dirty="0"/>
              <a:t>📁 </a:t>
            </a:r>
            <a:r>
              <a:rPr lang="en-US" altLang="ko-KR" sz="1600" dirty="0"/>
              <a:t>service			@Service</a:t>
            </a:r>
          </a:p>
          <a:p>
            <a:pPr marL="0" indent="0">
              <a:buNone/>
            </a:pPr>
            <a:r>
              <a:rPr lang="ko-KR" altLang="en-US" sz="1600" dirty="0"/>
              <a:t>📁 </a:t>
            </a:r>
            <a:r>
              <a:rPr lang="en-US" altLang="ko-KR" sz="1600" dirty="0" err="1"/>
              <a:t>src</a:t>
            </a:r>
            <a:r>
              <a:rPr lang="en-US" altLang="ko-KR" sz="1600" dirty="0"/>
              <a:t>/main/resources	</a:t>
            </a:r>
          </a:p>
          <a:p>
            <a:pPr marL="0" indent="0">
              <a:buNone/>
            </a:pPr>
            <a:r>
              <a:rPr lang="en-US" altLang="ko-KR" sz="1600" dirty="0"/>
              <a:t>    ▹ </a:t>
            </a:r>
            <a:r>
              <a:rPr lang="ko-KR" altLang="en-US" sz="1600" dirty="0"/>
              <a:t>📁 </a:t>
            </a:r>
            <a:r>
              <a:rPr lang="en-US" altLang="ko-KR" sz="1600" dirty="0"/>
              <a:t>static			</a:t>
            </a:r>
            <a:r>
              <a:rPr lang="en-US" altLang="ko-KR" sz="1600" dirty="0" err="1"/>
              <a:t>js</a:t>
            </a:r>
            <a:r>
              <a:rPr lang="en-US" altLang="ko-KR" sz="1600" dirty="0"/>
              <a:t>, </a:t>
            </a:r>
            <a:r>
              <a:rPr lang="en-US" altLang="ko-KR" sz="1600" dirty="0" err="1"/>
              <a:t>css</a:t>
            </a:r>
            <a:r>
              <a:rPr lang="en-US" altLang="ko-KR" sz="1600" dirty="0"/>
              <a:t>, </a:t>
            </a:r>
            <a:r>
              <a:rPr lang="ko-KR" altLang="en-US" sz="1600" dirty="0"/>
              <a:t>이미지 파일 등 정적인 요소</a:t>
            </a:r>
            <a:endParaRPr lang="en-US" altLang="ko-KR" sz="1600" dirty="0"/>
          </a:p>
          <a:p>
            <a:pPr marL="0" indent="0">
              <a:buNone/>
            </a:pPr>
            <a:r>
              <a:rPr lang="en-US" altLang="ko-KR" sz="1600" dirty="0"/>
              <a:t>    ▹ </a:t>
            </a:r>
            <a:r>
              <a:rPr lang="ko-KR" altLang="en-US" sz="1600" dirty="0"/>
              <a:t>📁 </a:t>
            </a:r>
            <a:r>
              <a:rPr lang="en-US" altLang="ko-KR" sz="1600" dirty="0"/>
              <a:t>templates			</a:t>
            </a:r>
            <a:r>
              <a:rPr lang="ko-KR" altLang="en-US" sz="1600" dirty="0"/>
              <a:t>웹 템플릿 코드</a:t>
            </a:r>
            <a:r>
              <a:rPr lang="en-US" altLang="ko-KR" sz="1600" dirty="0"/>
              <a:t>	</a:t>
            </a:r>
            <a:endParaRPr lang="ko-KR" altLang="en-US" sz="1600" dirty="0"/>
          </a:p>
          <a:p>
            <a:pPr marL="0" indent="0">
              <a:buNone/>
            </a:pPr>
            <a:r>
              <a:rPr lang="ko-KR" altLang="en-US" sz="1600" dirty="0"/>
              <a:t>📁 </a:t>
            </a:r>
            <a:r>
              <a:rPr lang="en-US" altLang="ko-KR" sz="1600" dirty="0" err="1"/>
              <a:t>src</a:t>
            </a:r>
            <a:r>
              <a:rPr lang="en-US" altLang="ko-KR" sz="1600" dirty="0"/>
              <a:t>/test/java			</a:t>
            </a:r>
            <a:r>
              <a:rPr lang="ko-KR" altLang="en-US" sz="1600" dirty="0"/>
              <a:t>테스트 코드</a:t>
            </a:r>
          </a:p>
        </p:txBody>
      </p:sp>
      <p:sp>
        <p:nvSpPr>
          <p:cNvPr id="4" name="슬라이드 번호 개체 틀 3"/>
          <p:cNvSpPr>
            <a:spLocks noGrp="1"/>
          </p:cNvSpPr>
          <p:nvPr>
            <p:ph type="sldNum" sz="quarter" idx="12"/>
          </p:nvPr>
        </p:nvSpPr>
        <p:spPr/>
        <p:txBody>
          <a:bodyPr/>
          <a:lstStyle/>
          <a:p>
            <a:fld id="{06E1A36A-650F-4ADA-A77E-A308BE12CD4D}" type="slidenum">
              <a:rPr lang="ko-KR" altLang="en-US" smtClean="0"/>
              <a:t>29</a:t>
            </a:fld>
            <a:endParaRPr lang="ko-KR" altLang="en-US"/>
          </a:p>
        </p:txBody>
      </p:sp>
    </p:spTree>
    <p:extLst>
      <p:ext uri="{BB962C8B-B14F-4D97-AF65-F5344CB8AC3E}">
        <p14:creationId xmlns:p14="http://schemas.microsoft.com/office/powerpoint/2010/main" val="18030724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Spring Legacy Project</a:t>
            </a:r>
            <a:endParaRPr lang="ko-KR" altLang="en-US" dirty="0"/>
          </a:p>
        </p:txBody>
      </p:sp>
      <p:sp>
        <p:nvSpPr>
          <p:cNvPr id="3" name="내용 개체 틀 2"/>
          <p:cNvSpPr>
            <a:spLocks noGrp="1"/>
          </p:cNvSpPr>
          <p:nvPr>
            <p:ph idx="1"/>
          </p:nvPr>
        </p:nvSpPr>
        <p:spPr/>
        <p:txBody>
          <a:bodyPr>
            <a:normAutofit/>
          </a:bodyPr>
          <a:lstStyle/>
          <a:p>
            <a:r>
              <a:rPr lang="en-US" altLang="ko-KR" dirty="0"/>
              <a:t>Spring Legacy Project</a:t>
            </a:r>
            <a:r>
              <a:rPr lang="ko-KR" altLang="en-US" dirty="0"/>
              <a:t>의 장점</a:t>
            </a:r>
          </a:p>
          <a:p>
            <a:pPr lvl="1"/>
            <a:r>
              <a:rPr lang="en-US" altLang="ko-KR" dirty="0"/>
              <a:t>1. </a:t>
            </a:r>
            <a:r>
              <a:rPr lang="ko-KR" altLang="en-US" dirty="0"/>
              <a:t>현재까지 실무에서 많이 사용되고 있다</a:t>
            </a:r>
            <a:r>
              <a:rPr lang="en-US" altLang="ko-KR" dirty="0"/>
              <a:t>.</a:t>
            </a:r>
          </a:p>
          <a:p>
            <a:pPr lvl="1"/>
            <a:r>
              <a:rPr lang="en-US" altLang="ko-KR" dirty="0"/>
              <a:t>2. </a:t>
            </a:r>
            <a:r>
              <a:rPr lang="ko-KR" altLang="en-US" dirty="0"/>
              <a:t>다양한 자료가 존재한다</a:t>
            </a:r>
            <a:r>
              <a:rPr lang="en-US" altLang="ko-KR" dirty="0"/>
              <a:t>.</a:t>
            </a:r>
          </a:p>
          <a:p>
            <a:pPr lvl="1"/>
            <a:r>
              <a:rPr lang="en-US" altLang="ko-KR" dirty="0"/>
              <a:t>3. </a:t>
            </a:r>
            <a:r>
              <a:rPr lang="ko-KR" altLang="en-US" dirty="0"/>
              <a:t>기존 프로젝트를 이해하는데 도움이 된다</a:t>
            </a:r>
            <a:r>
              <a:rPr lang="en-US" altLang="ko-KR" dirty="0"/>
              <a:t>.</a:t>
            </a:r>
          </a:p>
          <a:p>
            <a:pPr lvl="1"/>
            <a:r>
              <a:rPr lang="en-US" altLang="ko-KR" dirty="0"/>
              <a:t>4. </a:t>
            </a:r>
            <a:r>
              <a:rPr lang="ko-KR" altLang="en-US" dirty="0"/>
              <a:t>모든 버전의 스프링에서 사용할 수 있다</a:t>
            </a:r>
            <a:r>
              <a:rPr lang="en-US" altLang="ko-KR" dirty="0"/>
              <a:t>.</a:t>
            </a:r>
          </a:p>
          <a:p>
            <a:pPr lvl="1"/>
            <a:endParaRPr lang="en-US" altLang="ko-KR" dirty="0"/>
          </a:p>
          <a:p>
            <a:r>
              <a:rPr lang="en-US" altLang="ko-KR" dirty="0"/>
              <a:t>Spring Legacy Project</a:t>
            </a:r>
            <a:r>
              <a:rPr lang="ko-KR" altLang="en-US" dirty="0"/>
              <a:t>의 단점</a:t>
            </a:r>
          </a:p>
          <a:p>
            <a:pPr lvl="1"/>
            <a:r>
              <a:rPr lang="en-US" altLang="ko-KR" dirty="0"/>
              <a:t>1. </a:t>
            </a:r>
            <a:r>
              <a:rPr lang="ko-KR" altLang="en-US" dirty="0"/>
              <a:t>초반 테스트 환경 구성 등이 어렵다</a:t>
            </a:r>
            <a:r>
              <a:rPr lang="en-US" altLang="ko-KR" dirty="0"/>
              <a:t>.</a:t>
            </a:r>
          </a:p>
          <a:p>
            <a:pPr lvl="1"/>
            <a:r>
              <a:rPr lang="en-US" altLang="ko-KR" dirty="0"/>
              <a:t>2. WAS</a:t>
            </a:r>
            <a:r>
              <a:rPr lang="ko-KR" altLang="en-US" dirty="0"/>
              <a:t>와 연동하는 경우 결과 확인에 많은 리소스를 소모한다</a:t>
            </a:r>
            <a:r>
              <a:rPr lang="en-US" altLang="ko-KR" dirty="0"/>
              <a:t>.</a:t>
            </a:r>
            <a:endParaRPr lang="ko-KR" altLang="en-US" dirty="0"/>
          </a:p>
        </p:txBody>
      </p:sp>
      <p:sp>
        <p:nvSpPr>
          <p:cNvPr id="4" name="슬라이드 번호 개체 틀 3"/>
          <p:cNvSpPr>
            <a:spLocks noGrp="1"/>
          </p:cNvSpPr>
          <p:nvPr>
            <p:ph type="sldNum" sz="quarter" idx="12"/>
          </p:nvPr>
        </p:nvSpPr>
        <p:spPr/>
        <p:txBody>
          <a:bodyPr/>
          <a:lstStyle/>
          <a:p>
            <a:fld id="{06E1A36A-650F-4ADA-A77E-A308BE12CD4D}" type="slidenum">
              <a:rPr lang="ko-KR" altLang="en-US" smtClean="0"/>
              <a:t>30</a:t>
            </a:fld>
            <a:endParaRPr lang="ko-KR" altLang="en-US"/>
          </a:p>
        </p:txBody>
      </p:sp>
    </p:spTree>
    <p:extLst>
      <p:ext uri="{BB962C8B-B14F-4D97-AF65-F5344CB8AC3E}">
        <p14:creationId xmlns:p14="http://schemas.microsoft.com/office/powerpoint/2010/main" val="3573563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Spring Legacy </a:t>
            </a:r>
            <a:r>
              <a:rPr lang="ko-KR" altLang="en-US" dirty="0"/>
              <a:t>프로젝트의 폴더 구조</a:t>
            </a:r>
          </a:p>
        </p:txBody>
      </p:sp>
      <p:sp>
        <p:nvSpPr>
          <p:cNvPr id="3" name="내용 개체 틀 2"/>
          <p:cNvSpPr>
            <a:spLocks noGrp="1"/>
          </p:cNvSpPr>
          <p:nvPr>
            <p:ph idx="1"/>
          </p:nvPr>
        </p:nvSpPr>
        <p:spPr/>
        <p:txBody>
          <a:bodyPr>
            <a:noAutofit/>
          </a:bodyPr>
          <a:lstStyle/>
          <a:p>
            <a:pPr marL="0" indent="0">
              <a:buNone/>
            </a:pPr>
            <a:r>
              <a:rPr lang="ko-KR" altLang="en-US" sz="2000" dirty="0">
                <a:latin typeface="+mn-lt"/>
                <a:ea typeface="D2Coding" panose="020B0609020101020101"/>
              </a:rPr>
              <a:t>▹ </a:t>
            </a:r>
            <a:r>
              <a:rPr lang="ko-KR" altLang="en-US" sz="1200" dirty="0">
                <a:latin typeface="+mn-lt"/>
                <a:ea typeface="D2Coding" panose="020B0609020101020101"/>
              </a:rPr>
              <a:t>📁 </a:t>
            </a:r>
            <a:r>
              <a:rPr lang="en-US" altLang="ko-KR" sz="1200" dirty="0" err="1">
                <a:latin typeface="+mn-lt"/>
                <a:ea typeface="D2Coding" panose="020B0609020101020101"/>
              </a:rPr>
              <a:t>src</a:t>
            </a:r>
            <a:r>
              <a:rPr lang="en-US" altLang="ko-KR" sz="1200" dirty="0">
                <a:latin typeface="+mn-lt"/>
                <a:ea typeface="D2Coding" panose="020B0609020101020101"/>
              </a:rPr>
              <a:t>/main/java	</a:t>
            </a:r>
          </a:p>
          <a:p>
            <a:pPr marL="0" indent="0">
              <a:buNone/>
            </a:pPr>
            <a:r>
              <a:rPr lang="en-US" altLang="ko-KR" sz="1200" dirty="0">
                <a:latin typeface="+mn-lt"/>
                <a:ea typeface="D2Coding" panose="020B0609020101020101"/>
              </a:rPr>
              <a:t>    ▹ </a:t>
            </a:r>
            <a:r>
              <a:rPr lang="ko-KR" altLang="en-US" sz="1200" dirty="0">
                <a:latin typeface="+mn-lt"/>
                <a:ea typeface="D2Coding" panose="020B0609020101020101"/>
              </a:rPr>
              <a:t>📁 </a:t>
            </a:r>
            <a:r>
              <a:rPr lang="en-US" altLang="ko-KR" sz="1200" dirty="0" err="1">
                <a:latin typeface="+mn-lt"/>
                <a:ea typeface="D2Coding" panose="020B0609020101020101"/>
              </a:rPr>
              <a:t>idusw</a:t>
            </a:r>
            <a:r>
              <a:rPr lang="en-US" altLang="ko-KR" sz="1200" dirty="0">
                <a:latin typeface="+mn-lt"/>
                <a:ea typeface="D2Coding" panose="020B0609020101020101"/>
              </a:rPr>
              <a:t>/spring/demo		</a:t>
            </a:r>
            <a:r>
              <a:rPr lang="ko-KR" altLang="en-US" sz="1200" dirty="0">
                <a:latin typeface="+mn-lt"/>
                <a:ea typeface="D2Coding" panose="020B0609020101020101"/>
              </a:rPr>
              <a:t>패키지 정보</a:t>
            </a:r>
            <a:endParaRPr lang="en-US" altLang="ko-KR" sz="1200" dirty="0">
              <a:latin typeface="+mn-lt"/>
              <a:ea typeface="D2Coding" panose="020B0609020101020101"/>
            </a:endParaRPr>
          </a:p>
          <a:p>
            <a:pPr marL="0" indent="0">
              <a:buNone/>
            </a:pPr>
            <a:r>
              <a:rPr lang="en-US" altLang="ko-KR" sz="1200" dirty="0">
                <a:latin typeface="+mn-lt"/>
                <a:ea typeface="D2Coding" panose="020B0609020101020101"/>
              </a:rPr>
              <a:t>        ▹ </a:t>
            </a:r>
            <a:r>
              <a:rPr lang="ko-KR" altLang="en-US" sz="1200" dirty="0">
                <a:latin typeface="+mn-lt"/>
                <a:ea typeface="D2Coding" panose="020B0609020101020101"/>
              </a:rPr>
              <a:t>📁 </a:t>
            </a:r>
            <a:r>
              <a:rPr lang="en-US" altLang="ko-KR" sz="1200" dirty="0">
                <a:latin typeface="+mn-lt"/>
                <a:ea typeface="D2Coding" panose="020B0609020101020101"/>
              </a:rPr>
              <a:t>config			@</a:t>
            </a:r>
            <a:r>
              <a:rPr lang="ko-KR" altLang="en-US" sz="1200" dirty="0">
                <a:latin typeface="+mn-lt"/>
                <a:ea typeface="D2Coding" panose="020B0609020101020101"/>
              </a:rPr>
              <a:t>구성</a:t>
            </a:r>
            <a:endParaRPr lang="en-US" altLang="ko-KR" sz="1200" dirty="0">
              <a:latin typeface="+mn-lt"/>
              <a:ea typeface="D2Coding" panose="020B0609020101020101"/>
            </a:endParaRPr>
          </a:p>
          <a:p>
            <a:pPr marL="0" indent="447675">
              <a:buNone/>
            </a:pPr>
            <a:r>
              <a:rPr lang="en-US" altLang="ko-KR" sz="1200" dirty="0">
                <a:latin typeface="+mn-lt"/>
                <a:ea typeface="D2Coding" panose="020B0609020101020101"/>
              </a:rPr>
              <a:t>▹ </a:t>
            </a:r>
            <a:r>
              <a:rPr lang="ko-KR" altLang="en-US" sz="1200" dirty="0">
                <a:latin typeface="+mn-lt"/>
                <a:ea typeface="D2Coding" panose="020B0609020101020101"/>
              </a:rPr>
              <a:t>📁 </a:t>
            </a:r>
            <a:r>
              <a:rPr lang="en-US" altLang="ko-KR" sz="1200" dirty="0">
                <a:latin typeface="+mn-lt"/>
                <a:ea typeface="D2Coding" panose="020B0609020101020101"/>
              </a:rPr>
              <a:t>controller			@Controller, @RequestMapping</a:t>
            </a:r>
          </a:p>
          <a:p>
            <a:pPr marL="0" indent="0">
              <a:buNone/>
            </a:pPr>
            <a:r>
              <a:rPr lang="en-US" altLang="ko-KR" sz="1200" dirty="0">
                <a:latin typeface="+mn-lt"/>
                <a:ea typeface="D2Coding" panose="020B0609020101020101"/>
              </a:rPr>
              <a:t>        ▹ </a:t>
            </a:r>
            <a:r>
              <a:rPr lang="ko-KR" altLang="en-US" sz="1200" dirty="0">
                <a:latin typeface="+mn-lt"/>
                <a:ea typeface="D2Coding" panose="020B0609020101020101"/>
              </a:rPr>
              <a:t>📁 </a:t>
            </a:r>
            <a:r>
              <a:rPr lang="en-US" altLang="ko-KR" sz="1200" dirty="0">
                <a:latin typeface="+mn-lt"/>
                <a:ea typeface="D2Coding" panose="020B0609020101020101"/>
              </a:rPr>
              <a:t>domain			@Entity</a:t>
            </a:r>
          </a:p>
          <a:p>
            <a:pPr marL="0" indent="0">
              <a:buNone/>
            </a:pPr>
            <a:r>
              <a:rPr lang="en-US" altLang="ko-KR" sz="1200" dirty="0">
                <a:latin typeface="+mn-lt"/>
                <a:ea typeface="D2Coding" panose="020B0609020101020101"/>
              </a:rPr>
              <a:t>        ▹ </a:t>
            </a:r>
            <a:r>
              <a:rPr lang="ko-KR" altLang="en-US" sz="1200" dirty="0">
                <a:latin typeface="+mn-lt"/>
                <a:ea typeface="D2Coding" panose="020B0609020101020101"/>
              </a:rPr>
              <a:t>📁 </a:t>
            </a:r>
            <a:r>
              <a:rPr lang="en-US" altLang="ko-KR" sz="1200" dirty="0">
                <a:latin typeface="+mn-lt"/>
                <a:ea typeface="D2Coding" panose="020B0609020101020101"/>
              </a:rPr>
              <a:t>repository			@JpaRepository, @CrudRepository</a:t>
            </a:r>
          </a:p>
          <a:p>
            <a:pPr marL="0" indent="0">
              <a:buNone/>
            </a:pPr>
            <a:r>
              <a:rPr lang="en-US" altLang="ko-KR" sz="1200" dirty="0">
                <a:latin typeface="+mn-lt"/>
                <a:ea typeface="D2Coding" panose="020B0609020101020101"/>
              </a:rPr>
              <a:t>        ▹ </a:t>
            </a:r>
            <a:r>
              <a:rPr lang="ko-KR" altLang="en-US" sz="1200" dirty="0">
                <a:latin typeface="+mn-lt"/>
                <a:ea typeface="D2Coding" panose="020B0609020101020101"/>
              </a:rPr>
              <a:t>📁 </a:t>
            </a:r>
            <a:r>
              <a:rPr lang="en-US" altLang="ko-KR" sz="1200" dirty="0">
                <a:latin typeface="+mn-lt"/>
                <a:ea typeface="D2Coding" panose="020B0609020101020101"/>
              </a:rPr>
              <a:t>service	        		@Service</a:t>
            </a:r>
          </a:p>
          <a:p>
            <a:pPr marL="0" indent="0">
              <a:buNone/>
            </a:pPr>
            <a:r>
              <a:rPr lang="en-US" altLang="ko-KR" sz="1200" dirty="0">
                <a:latin typeface="+mn-lt"/>
                <a:ea typeface="D2Coding" panose="020B0609020101020101"/>
              </a:rPr>
              <a:t>▹ </a:t>
            </a:r>
            <a:r>
              <a:rPr lang="ko-KR" altLang="en-US" sz="1200" dirty="0">
                <a:latin typeface="+mn-lt"/>
                <a:ea typeface="D2Coding" panose="020B0609020101020101"/>
              </a:rPr>
              <a:t>📁 </a:t>
            </a:r>
            <a:r>
              <a:rPr lang="en-US" altLang="ko-KR" sz="1200" dirty="0" err="1">
                <a:latin typeface="+mn-lt"/>
                <a:ea typeface="D2Coding" panose="020B0609020101020101"/>
              </a:rPr>
              <a:t>src</a:t>
            </a:r>
            <a:r>
              <a:rPr lang="en-US" altLang="ko-KR" sz="1200" dirty="0">
                <a:latin typeface="+mn-lt"/>
                <a:ea typeface="D2Coding" panose="020B0609020101020101"/>
              </a:rPr>
              <a:t>/main/resources	</a:t>
            </a:r>
          </a:p>
          <a:p>
            <a:pPr marL="0" indent="0">
              <a:buNone/>
            </a:pPr>
            <a:r>
              <a:rPr lang="en-US" altLang="ko-KR" sz="1200" dirty="0">
                <a:latin typeface="+mn-lt"/>
                <a:ea typeface="D2Coding" panose="020B0609020101020101"/>
              </a:rPr>
              <a:t>    ▹ </a:t>
            </a:r>
            <a:r>
              <a:rPr lang="ko-KR" altLang="en-US" sz="1200" dirty="0">
                <a:latin typeface="+mn-lt"/>
                <a:ea typeface="D2Coding" panose="020B0609020101020101"/>
              </a:rPr>
              <a:t>📁 </a:t>
            </a:r>
            <a:r>
              <a:rPr lang="en-US" altLang="ko-KR" sz="1200" dirty="0">
                <a:latin typeface="+mn-lt"/>
                <a:ea typeface="D2Coding" panose="020B0609020101020101"/>
              </a:rPr>
              <a:t>META-INF</a:t>
            </a:r>
            <a:r>
              <a:rPr lang="ko-KR" altLang="en-US" sz="1200" dirty="0">
                <a:latin typeface="+mn-lt"/>
                <a:ea typeface="D2Coding" panose="020B0609020101020101"/>
              </a:rPr>
              <a:t> </a:t>
            </a:r>
            <a:endParaRPr lang="en-US" altLang="ko-KR" sz="1200" dirty="0">
              <a:latin typeface="+mn-lt"/>
              <a:ea typeface="D2Coding" panose="020B0609020101020101"/>
            </a:endParaRPr>
          </a:p>
          <a:p>
            <a:pPr marL="457200" lvl="1" indent="-457200" defTabSz="365125">
              <a:buNone/>
            </a:pPr>
            <a:r>
              <a:rPr lang="en-US" altLang="ko-KR" sz="1200" dirty="0">
                <a:latin typeface="+mn-lt"/>
                <a:ea typeface="D2Coding" panose="020B0609020101020101"/>
              </a:rPr>
              <a:t>▹ </a:t>
            </a:r>
            <a:r>
              <a:rPr lang="ko-KR" altLang="en-US" sz="1200" b="1" dirty="0">
                <a:latin typeface="+mn-lt"/>
                <a:ea typeface="D2Coding" panose="020B0609020101020101"/>
              </a:rPr>
              <a:t>📁 </a:t>
            </a:r>
            <a:r>
              <a:rPr lang="en-US" altLang="ko-KR" sz="1200" b="1" dirty="0" err="1">
                <a:latin typeface="+mn-lt"/>
                <a:ea typeface="D2Coding" panose="020B0609020101020101"/>
              </a:rPr>
              <a:t>src</a:t>
            </a:r>
            <a:r>
              <a:rPr lang="en-US" altLang="ko-KR" sz="1200" b="1" dirty="0">
                <a:latin typeface="+mn-lt"/>
                <a:ea typeface="D2Coding" panose="020B0609020101020101"/>
              </a:rPr>
              <a:t>/main/web</a:t>
            </a:r>
          </a:p>
          <a:p>
            <a:pPr marL="447675" lvl="5" indent="-265113" defTabSz="365125">
              <a:buNone/>
            </a:pPr>
            <a:r>
              <a:rPr lang="en-US" altLang="ko-KR" sz="1200" b="1" dirty="0">
                <a:solidFill>
                  <a:schemeClr val="tx2"/>
                </a:solidFill>
                <a:ea typeface="D2Coding" panose="020B0609020101020101"/>
              </a:rPr>
              <a:t>	</a:t>
            </a:r>
            <a:r>
              <a:rPr lang="en-US" altLang="ko-KR" sz="1200" b="1" dirty="0">
                <a:ea typeface="D2Coding" panose="020B0609020101020101"/>
              </a:rPr>
              <a:t>▹ </a:t>
            </a:r>
            <a:r>
              <a:rPr lang="ko-KR" altLang="en-US" sz="1200" b="1" dirty="0">
                <a:ea typeface="D2Coding" panose="020B0609020101020101"/>
              </a:rPr>
              <a:t>📁 </a:t>
            </a:r>
            <a:r>
              <a:rPr lang="en-US" altLang="ko-KR" sz="1200" b="1" dirty="0">
                <a:ea typeface="D2Coding" panose="020B0609020101020101"/>
              </a:rPr>
              <a:t>resources						</a:t>
            </a:r>
            <a:r>
              <a:rPr lang="ko-KR" altLang="en-US" sz="1200" b="1" dirty="0">
                <a:ea typeface="D2Coding" panose="020B0609020101020101"/>
              </a:rPr>
              <a:t>정적 자원 </a:t>
            </a:r>
            <a:r>
              <a:rPr lang="en-US" altLang="ko-KR" sz="1200" b="1" dirty="0">
                <a:ea typeface="D2Coding" panose="020B0609020101020101"/>
              </a:rPr>
              <a:t>: </a:t>
            </a:r>
            <a:r>
              <a:rPr lang="en-US" altLang="ko-KR" sz="1200" b="1" dirty="0" err="1">
                <a:ea typeface="D2Coding" panose="020B0609020101020101"/>
              </a:rPr>
              <a:t>css</a:t>
            </a:r>
            <a:r>
              <a:rPr lang="en-US" altLang="ko-KR" sz="1200" b="1" dirty="0">
                <a:ea typeface="D2Coding" panose="020B0609020101020101"/>
              </a:rPr>
              <a:t>, </a:t>
            </a:r>
            <a:r>
              <a:rPr lang="en-US" altLang="ko-KR" sz="1200" b="1" dirty="0" err="1">
                <a:ea typeface="D2Coding" panose="020B0609020101020101"/>
              </a:rPr>
              <a:t>js</a:t>
            </a:r>
            <a:r>
              <a:rPr lang="en-US" altLang="ko-KR" sz="1200" b="1" dirty="0">
                <a:ea typeface="D2Coding" panose="020B0609020101020101"/>
              </a:rPr>
              <a:t>, </a:t>
            </a:r>
            <a:r>
              <a:rPr lang="ko-KR" altLang="en-US" sz="1200" b="1" dirty="0">
                <a:ea typeface="D2Coding" panose="020B0609020101020101"/>
              </a:rPr>
              <a:t>이미지 파일</a:t>
            </a:r>
            <a:endParaRPr lang="en-US" altLang="ko-KR" sz="1200" b="1" dirty="0">
              <a:ea typeface="D2Coding" panose="020B0609020101020101"/>
            </a:endParaRPr>
          </a:p>
          <a:p>
            <a:pPr marL="447675" lvl="5" indent="-265113" defTabSz="365125">
              <a:buNone/>
            </a:pPr>
            <a:r>
              <a:rPr lang="en-US" altLang="ko-KR" sz="1200" b="1" dirty="0">
                <a:ea typeface="D2Coding" panose="020B0609020101020101"/>
              </a:rPr>
              <a:t>	▹ </a:t>
            </a:r>
            <a:r>
              <a:rPr lang="ko-KR" altLang="en-US" sz="1200" b="1" dirty="0">
                <a:ea typeface="D2Coding" panose="020B0609020101020101"/>
              </a:rPr>
              <a:t>📁 </a:t>
            </a:r>
            <a:r>
              <a:rPr lang="en-US" altLang="ko-KR" sz="1200" b="1" dirty="0">
                <a:ea typeface="D2Coding" panose="020B0609020101020101"/>
              </a:rPr>
              <a:t>WEB-INF</a:t>
            </a:r>
          </a:p>
          <a:p>
            <a:pPr marL="447675" lvl="5" indent="-265113" defTabSz="365125">
              <a:buNone/>
            </a:pPr>
            <a:r>
              <a:rPr lang="en-US" altLang="ko-KR" sz="1200" b="1" dirty="0">
                <a:ea typeface="D2Coding" panose="020B0609020101020101"/>
              </a:rPr>
              <a:t>		▹ </a:t>
            </a:r>
            <a:r>
              <a:rPr lang="ko-KR" altLang="en-US" sz="1200" b="1" dirty="0">
                <a:ea typeface="D2Coding" panose="020B0609020101020101"/>
              </a:rPr>
              <a:t>📁 </a:t>
            </a:r>
            <a:r>
              <a:rPr lang="en-US" altLang="ko-KR" sz="1200" b="1" dirty="0">
                <a:ea typeface="D2Coding" panose="020B0609020101020101"/>
              </a:rPr>
              <a:t>spring						spring</a:t>
            </a:r>
            <a:r>
              <a:rPr lang="ko-KR" altLang="en-US" sz="1200" b="1" dirty="0">
                <a:ea typeface="D2Coding" panose="020B0609020101020101"/>
              </a:rPr>
              <a:t> 설정 파일</a:t>
            </a:r>
            <a:endParaRPr lang="en-US" altLang="ko-KR" sz="1200" b="1" dirty="0">
              <a:ea typeface="D2Coding" panose="020B0609020101020101"/>
            </a:endParaRPr>
          </a:p>
          <a:p>
            <a:pPr marL="447675" lvl="5" indent="-265113" defTabSz="365125">
              <a:buNone/>
            </a:pPr>
            <a:r>
              <a:rPr lang="en-US" altLang="ko-KR" sz="1200" b="1" dirty="0">
                <a:ea typeface="D2Coding" panose="020B0609020101020101"/>
              </a:rPr>
              <a:t>		▹ </a:t>
            </a:r>
            <a:r>
              <a:rPr lang="ko-KR" altLang="en-US" sz="1200" b="1" dirty="0">
                <a:ea typeface="D2Coding" panose="020B0609020101020101"/>
              </a:rPr>
              <a:t>📁 </a:t>
            </a:r>
            <a:r>
              <a:rPr lang="en-US" altLang="ko-KR" sz="1200" b="1" dirty="0">
                <a:ea typeface="D2Coding" panose="020B0609020101020101"/>
              </a:rPr>
              <a:t>views						</a:t>
            </a:r>
            <a:r>
              <a:rPr lang="ko-KR" altLang="en-US" sz="1200" b="1" dirty="0">
                <a:ea typeface="D2Coding" panose="020B0609020101020101"/>
              </a:rPr>
              <a:t>동적 자원 </a:t>
            </a:r>
            <a:r>
              <a:rPr lang="en-US" altLang="ko-KR" sz="1200" b="1" dirty="0">
                <a:ea typeface="D2Coding" panose="020B0609020101020101"/>
              </a:rPr>
              <a:t>: </a:t>
            </a:r>
            <a:r>
              <a:rPr lang="ko-KR" altLang="en-US" sz="1200" b="1" dirty="0">
                <a:ea typeface="D2Coding" panose="020B0609020101020101"/>
              </a:rPr>
              <a:t>웹 템플릿 코드</a:t>
            </a:r>
            <a:r>
              <a:rPr lang="en-US" altLang="ko-KR" sz="1200" b="1" dirty="0">
                <a:solidFill>
                  <a:schemeClr val="tx2"/>
                </a:solidFill>
                <a:ea typeface="D2Coding" panose="020B0609020101020101"/>
              </a:rPr>
              <a:t>	</a:t>
            </a:r>
            <a:r>
              <a:rPr lang="en-US" altLang="ko-KR" sz="1200" dirty="0">
                <a:ea typeface="D2Coding" panose="020B0609020101020101"/>
              </a:rPr>
              <a:t>	</a:t>
            </a:r>
            <a:endParaRPr lang="ko-KR" altLang="en-US" sz="1200" dirty="0">
              <a:ea typeface="D2Coding" panose="020B0609020101020101"/>
            </a:endParaRPr>
          </a:p>
        </p:txBody>
      </p:sp>
      <p:sp>
        <p:nvSpPr>
          <p:cNvPr id="4" name="슬라이드 번호 개체 틀 3"/>
          <p:cNvSpPr>
            <a:spLocks noGrp="1"/>
          </p:cNvSpPr>
          <p:nvPr>
            <p:ph type="sldNum" sz="quarter" idx="12"/>
          </p:nvPr>
        </p:nvSpPr>
        <p:spPr/>
        <p:txBody>
          <a:bodyPr/>
          <a:lstStyle/>
          <a:p>
            <a:fld id="{06E1A36A-650F-4ADA-A77E-A308BE12CD4D}" type="slidenum">
              <a:rPr lang="ko-KR" altLang="en-US" smtClean="0"/>
              <a:t>31</a:t>
            </a:fld>
            <a:endParaRPr lang="ko-KR" altLang="en-US"/>
          </a:p>
        </p:txBody>
      </p:sp>
    </p:spTree>
    <p:extLst>
      <p:ext uri="{BB962C8B-B14F-4D97-AF65-F5344CB8AC3E}">
        <p14:creationId xmlns:p14="http://schemas.microsoft.com/office/powerpoint/2010/main" val="431620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297A0F3-D5B2-4C69-B9F1-6A16908704AE}"/>
              </a:ext>
            </a:extLst>
          </p:cNvPr>
          <p:cNvSpPr>
            <a:spLocks noGrp="1"/>
          </p:cNvSpPr>
          <p:nvPr>
            <p:ph type="title"/>
          </p:nvPr>
        </p:nvSpPr>
        <p:spPr/>
        <p:txBody>
          <a:bodyPr/>
          <a:lstStyle/>
          <a:p>
            <a:r>
              <a:rPr lang="ko-KR" altLang="en-US" dirty="0"/>
              <a:t>학습 후 기대효과</a:t>
            </a:r>
          </a:p>
        </p:txBody>
      </p:sp>
      <p:sp>
        <p:nvSpPr>
          <p:cNvPr id="3" name="내용 개체 틀 2">
            <a:extLst>
              <a:ext uri="{FF2B5EF4-FFF2-40B4-BE49-F238E27FC236}">
                <a16:creationId xmlns:a16="http://schemas.microsoft.com/office/drawing/2014/main" id="{F1919690-0293-413B-BC58-591A47814ABE}"/>
              </a:ext>
            </a:extLst>
          </p:cNvPr>
          <p:cNvSpPr>
            <a:spLocks noGrp="1"/>
          </p:cNvSpPr>
          <p:nvPr>
            <p:ph idx="1"/>
          </p:nvPr>
        </p:nvSpPr>
        <p:spPr/>
        <p:txBody>
          <a:bodyPr/>
          <a:lstStyle/>
          <a:p>
            <a:r>
              <a:rPr lang="en-US" altLang="ko-KR" dirty="0" err="1"/>
              <a:t>SpringBoot</a:t>
            </a:r>
            <a:r>
              <a:rPr lang="ko-KR" altLang="en-US" dirty="0"/>
              <a:t>의 등장 배경</a:t>
            </a:r>
            <a:r>
              <a:rPr lang="en-US" altLang="ko-KR" dirty="0"/>
              <a:t>, </a:t>
            </a:r>
            <a:r>
              <a:rPr lang="ko-KR" altLang="en-US" dirty="0"/>
              <a:t>목표</a:t>
            </a:r>
            <a:r>
              <a:rPr lang="en-US" altLang="ko-KR" dirty="0"/>
              <a:t>, </a:t>
            </a:r>
            <a:r>
              <a:rPr lang="ko-KR" altLang="en-US" dirty="0"/>
              <a:t>정의 및 특징을 설명할 수 있다</a:t>
            </a:r>
            <a:r>
              <a:rPr lang="en-US" altLang="ko-KR" dirty="0"/>
              <a:t>.</a:t>
            </a:r>
          </a:p>
          <a:p>
            <a:r>
              <a:rPr lang="en-US" altLang="ko-KR" dirty="0" err="1"/>
              <a:t>SpringBoot</a:t>
            </a:r>
            <a:r>
              <a:rPr lang="ko-KR" altLang="en-US" dirty="0"/>
              <a:t> 프로젝트를 생성할 수 있다</a:t>
            </a:r>
            <a:r>
              <a:rPr lang="en-US" altLang="ko-KR" dirty="0"/>
              <a:t>.</a:t>
            </a:r>
          </a:p>
          <a:p>
            <a:pPr lvl="1"/>
            <a:r>
              <a:rPr lang="en-US" altLang="ko-KR" dirty="0"/>
              <a:t>Spring Starter Project </a:t>
            </a:r>
            <a:r>
              <a:rPr lang="ko-KR" altLang="en-US" dirty="0"/>
              <a:t>활용</a:t>
            </a:r>
            <a:endParaRPr lang="en-US" altLang="ko-KR" dirty="0"/>
          </a:p>
          <a:p>
            <a:pPr lvl="1"/>
            <a:r>
              <a:rPr lang="en-US" altLang="ko-KR" dirty="0" err="1"/>
              <a:t>SpringInitialzr</a:t>
            </a:r>
            <a:r>
              <a:rPr lang="en-US" altLang="ko-KR" dirty="0"/>
              <a:t> </a:t>
            </a:r>
            <a:r>
              <a:rPr lang="ko-KR" altLang="en-US" dirty="0"/>
              <a:t>활용</a:t>
            </a:r>
            <a:endParaRPr lang="en-US" altLang="ko-KR" dirty="0"/>
          </a:p>
          <a:p>
            <a:r>
              <a:rPr lang="en-US" altLang="ko-KR" dirty="0" err="1"/>
              <a:t>SpringBoot</a:t>
            </a:r>
            <a:r>
              <a:rPr lang="en-US" altLang="ko-KR" dirty="0"/>
              <a:t> </a:t>
            </a:r>
            <a:r>
              <a:rPr lang="ko-KR" altLang="en-US" dirty="0"/>
              <a:t>프로젝트의 장단점</a:t>
            </a:r>
            <a:r>
              <a:rPr lang="en-US" altLang="ko-KR" dirty="0"/>
              <a:t>, </a:t>
            </a:r>
            <a:r>
              <a:rPr lang="ko-KR" altLang="en-US" dirty="0"/>
              <a:t>디렉터리 구조를 설명할 수 있다</a:t>
            </a:r>
            <a:r>
              <a:rPr lang="en-US" altLang="ko-KR" dirty="0"/>
              <a:t>. </a:t>
            </a:r>
          </a:p>
          <a:p>
            <a:pPr lvl="1"/>
            <a:r>
              <a:rPr lang="en-US" altLang="ko-KR" dirty="0"/>
              <a:t>Spring </a:t>
            </a:r>
            <a:r>
              <a:rPr lang="ko-KR" altLang="en-US" dirty="0"/>
              <a:t>프로젝트와 비교할 수 있다</a:t>
            </a:r>
            <a:r>
              <a:rPr lang="en-US" altLang="ko-KR" dirty="0"/>
              <a:t>.</a:t>
            </a:r>
            <a:endParaRPr lang="ko-KR" altLang="en-US" dirty="0"/>
          </a:p>
        </p:txBody>
      </p:sp>
      <p:sp>
        <p:nvSpPr>
          <p:cNvPr id="4" name="슬라이드 번호 개체 틀 3">
            <a:extLst>
              <a:ext uri="{FF2B5EF4-FFF2-40B4-BE49-F238E27FC236}">
                <a16:creationId xmlns:a16="http://schemas.microsoft.com/office/drawing/2014/main" id="{D8D13EA7-FF2A-40D3-A65F-78A387E343A5}"/>
              </a:ext>
            </a:extLst>
          </p:cNvPr>
          <p:cNvSpPr>
            <a:spLocks noGrp="1"/>
          </p:cNvSpPr>
          <p:nvPr>
            <p:ph type="sldNum" sz="quarter" idx="12"/>
          </p:nvPr>
        </p:nvSpPr>
        <p:spPr/>
        <p:txBody>
          <a:bodyPr/>
          <a:lstStyle/>
          <a:p>
            <a:fld id="{9C9B3298-2095-4B78-B0E8-A466356F5ED6}" type="slidenum">
              <a:rPr lang="ko-KR" altLang="en-US" smtClean="0"/>
              <a:pPr/>
              <a:t>32</a:t>
            </a:fld>
            <a:endParaRPr lang="ko-KR" altLang="en-US"/>
          </a:p>
        </p:txBody>
      </p:sp>
    </p:spTree>
    <p:extLst>
      <p:ext uri="{BB962C8B-B14F-4D97-AF65-F5344CB8AC3E}">
        <p14:creationId xmlns:p14="http://schemas.microsoft.com/office/powerpoint/2010/main" val="2615545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6AFB3C-19AE-4DE3-B3D0-ACA90D3B2CB6}"/>
              </a:ext>
            </a:extLst>
          </p:cNvPr>
          <p:cNvSpPr>
            <a:spLocks noGrp="1"/>
          </p:cNvSpPr>
          <p:nvPr>
            <p:ph type="title"/>
          </p:nvPr>
        </p:nvSpPr>
        <p:spPr/>
        <p:txBody>
          <a:bodyPr>
            <a:normAutofit/>
          </a:bodyPr>
          <a:lstStyle/>
          <a:p>
            <a:r>
              <a:rPr lang="ko-KR" altLang="en-US" dirty="0"/>
              <a:t>참고</a:t>
            </a:r>
            <a:r>
              <a:rPr lang="en-US" altLang="ko-KR" dirty="0"/>
              <a:t>) Framework - Software Framework</a:t>
            </a:r>
            <a:endParaRPr lang="ko-KR" altLang="en-US" dirty="0"/>
          </a:p>
        </p:txBody>
      </p:sp>
      <p:sp>
        <p:nvSpPr>
          <p:cNvPr id="3" name="내용 개체 틀 2">
            <a:extLst>
              <a:ext uri="{FF2B5EF4-FFF2-40B4-BE49-F238E27FC236}">
                <a16:creationId xmlns:a16="http://schemas.microsoft.com/office/drawing/2014/main" id="{5890AB52-C396-4C1C-8CD6-DBD31A4812FE}"/>
              </a:ext>
            </a:extLst>
          </p:cNvPr>
          <p:cNvSpPr>
            <a:spLocks noGrp="1"/>
          </p:cNvSpPr>
          <p:nvPr>
            <p:ph idx="1"/>
          </p:nvPr>
        </p:nvSpPr>
        <p:spPr/>
        <p:txBody>
          <a:bodyPr>
            <a:normAutofit/>
          </a:bodyPr>
          <a:lstStyle/>
          <a:p>
            <a:r>
              <a:rPr lang="ko-KR" altLang="en-US" dirty="0"/>
              <a:t>정의</a:t>
            </a:r>
            <a:endParaRPr lang="en-US" altLang="ko-KR" dirty="0"/>
          </a:p>
          <a:p>
            <a:pPr lvl="1"/>
            <a:r>
              <a:rPr lang="ko-KR" altLang="en-US" dirty="0"/>
              <a:t>일반적인 기능을 제공하고</a:t>
            </a:r>
            <a:r>
              <a:rPr lang="en-US" altLang="ko-KR" dirty="0"/>
              <a:t>,</a:t>
            </a:r>
            <a:r>
              <a:rPr lang="ko-KR" altLang="en-US" dirty="0"/>
              <a:t> 추가적으로 사용자가 작성한 코드로 선택적으로 변경될 수 있는 그래서 애플리케이션별 소프트웨어를 제공할 수 있는</a:t>
            </a:r>
            <a:r>
              <a:rPr lang="en-US" altLang="ko-KR" dirty="0"/>
              <a:t> </a:t>
            </a:r>
            <a:r>
              <a:rPr lang="ko-KR" altLang="en-US" dirty="0"/>
              <a:t>소프트웨어의 추상화를 의미한다</a:t>
            </a:r>
            <a:r>
              <a:rPr lang="en-US" altLang="ko-KR" dirty="0"/>
              <a:t>.</a:t>
            </a:r>
          </a:p>
          <a:p>
            <a:pPr lvl="1"/>
            <a:r>
              <a:rPr lang="ko-KR" altLang="en-US" dirty="0"/>
              <a:t>애플리케이션을 빌드하고 배포하는 표준 방식을 제공하고</a:t>
            </a:r>
            <a:r>
              <a:rPr lang="en-US" altLang="ko-KR" dirty="0"/>
              <a:t>, </a:t>
            </a:r>
            <a:br>
              <a:rPr lang="en-US" altLang="ko-KR" dirty="0"/>
            </a:br>
            <a:r>
              <a:rPr lang="ko-KR" altLang="en-US" dirty="0"/>
              <a:t>소프트웨어 애플리케이션들</a:t>
            </a:r>
            <a:r>
              <a:rPr lang="en-US" altLang="ko-KR" dirty="0"/>
              <a:t>, </a:t>
            </a:r>
            <a:r>
              <a:rPr lang="ko-KR" altLang="en-US" dirty="0"/>
              <a:t>제품들 및 솔루션들의 개발을 용이하게 하기 위한</a:t>
            </a:r>
            <a:br>
              <a:rPr lang="en-US" altLang="ko-KR" dirty="0"/>
            </a:br>
            <a:r>
              <a:rPr lang="ko-KR" altLang="en-US" dirty="0"/>
              <a:t>더 큰 소프트웨어 플랫폼의 일부로 특정 기능을 제공하는 보편적이고 재사용 가능한 소프트웨어 환경을 제공한다</a:t>
            </a:r>
            <a:r>
              <a:rPr lang="en-US" altLang="ko-KR" dirty="0"/>
              <a:t>.</a:t>
            </a:r>
          </a:p>
          <a:p>
            <a:pPr lvl="1"/>
            <a:r>
              <a:rPr lang="ko-KR" altLang="en-US" dirty="0"/>
              <a:t>프로젝트 또는 시스템 개발을 가능하게 하는 모든 다양한 구성 요소를 하나로 모은 지원 프로그램</a:t>
            </a:r>
            <a:r>
              <a:rPr lang="en-US" altLang="ko-KR" dirty="0"/>
              <a:t>, </a:t>
            </a:r>
            <a:r>
              <a:rPr lang="ko-KR" altLang="en-US" dirty="0"/>
              <a:t>컴파일러</a:t>
            </a:r>
            <a:r>
              <a:rPr lang="en-US" altLang="ko-KR" dirty="0"/>
              <a:t>, </a:t>
            </a:r>
            <a:r>
              <a:rPr lang="ko-KR" altLang="en-US" dirty="0"/>
              <a:t>코드 라이브러리</a:t>
            </a:r>
            <a:r>
              <a:rPr lang="en-US" altLang="ko-KR" dirty="0"/>
              <a:t>, </a:t>
            </a:r>
            <a:r>
              <a:rPr lang="ko-KR" altLang="en-US" dirty="0" err="1"/>
              <a:t>툴셋</a:t>
            </a:r>
            <a:r>
              <a:rPr lang="ko-KR" altLang="en-US" dirty="0"/>
              <a:t> 및 </a:t>
            </a:r>
            <a:r>
              <a:rPr lang="en-US" altLang="ko-KR" dirty="0"/>
              <a:t>API</a:t>
            </a:r>
            <a:r>
              <a:rPr lang="ko-KR" altLang="en-US" dirty="0"/>
              <a:t>들이 포함할 수 있습니다</a:t>
            </a:r>
            <a:r>
              <a:rPr lang="en-US" altLang="ko-KR" dirty="0"/>
              <a:t>. </a:t>
            </a:r>
          </a:p>
          <a:p>
            <a:pPr lvl="1"/>
            <a:endParaRPr lang="en-US" altLang="ko-KR" dirty="0"/>
          </a:p>
          <a:p>
            <a:pPr lvl="1"/>
            <a:endParaRPr lang="ko-KR" altLang="en-US" dirty="0"/>
          </a:p>
        </p:txBody>
      </p:sp>
      <p:sp>
        <p:nvSpPr>
          <p:cNvPr id="4" name="슬라이드 번호 개체 틀 3">
            <a:extLst>
              <a:ext uri="{FF2B5EF4-FFF2-40B4-BE49-F238E27FC236}">
                <a16:creationId xmlns:a16="http://schemas.microsoft.com/office/drawing/2014/main" id="{B5549BF3-21DC-43D8-9724-DD733CC8D1D7}"/>
              </a:ext>
            </a:extLst>
          </p:cNvPr>
          <p:cNvSpPr>
            <a:spLocks noGrp="1"/>
          </p:cNvSpPr>
          <p:nvPr>
            <p:ph type="sldNum" sz="quarter" idx="12"/>
          </p:nvPr>
        </p:nvSpPr>
        <p:spPr/>
        <p:txBody>
          <a:bodyPr/>
          <a:lstStyle/>
          <a:p>
            <a:fld id="{2E51C1A5-19F7-4412-8E19-5FAA7BD10B67}" type="slidenum">
              <a:rPr lang="ko-KR" altLang="en-US" smtClean="0"/>
              <a:t>33</a:t>
            </a:fld>
            <a:endParaRPr lang="ko-KR" altLang="en-US"/>
          </a:p>
        </p:txBody>
      </p:sp>
    </p:spTree>
    <p:extLst>
      <p:ext uri="{BB962C8B-B14F-4D97-AF65-F5344CB8AC3E}">
        <p14:creationId xmlns:p14="http://schemas.microsoft.com/office/powerpoint/2010/main" val="17353561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C89F5A-D408-4CD7-A9E2-6A18B9E285F4}"/>
              </a:ext>
            </a:extLst>
          </p:cNvPr>
          <p:cNvSpPr>
            <a:spLocks noGrp="1"/>
          </p:cNvSpPr>
          <p:nvPr>
            <p:ph type="title"/>
          </p:nvPr>
        </p:nvSpPr>
        <p:spPr/>
        <p:txBody>
          <a:bodyPr/>
          <a:lstStyle/>
          <a:p>
            <a:r>
              <a:rPr lang="en-US" altLang="ko-KR" dirty="0"/>
              <a:t>Difference between Frameworks and Libraries</a:t>
            </a:r>
            <a:endParaRPr lang="ko-KR" altLang="en-US" dirty="0"/>
          </a:p>
        </p:txBody>
      </p:sp>
      <p:sp>
        <p:nvSpPr>
          <p:cNvPr id="3" name="내용 개체 틀 2">
            <a:extLst>
              <a:ext uri="{FF2B5EF4-FFF2-40B4-BE49-F238E27FC236}">
                <a16:creationId xmlns:a16="http://schemas.microsoft.com/office/drawing/2014/main" id="{7D1A5DE7-0145-47BB-B04B-F9ABA5B1A4E2}"/>
              </a:ext>
            </a:extLst>
          </p:cNvPr>
          <p:cNvSpPr>
            <a:spLocks noGrp="1"/>
          </p:cNvSpPr>
          <p:nvPr>
            <p:ph idx="1"/>
          </p:nvPr>
        </p:nvSpPr>
        <p:spPr/>
        <p:txBody>
          <a:bodyPr>
            <a:normAutofit fontScale="70000" lnSpcReduction="20000"/>
          </a:bodyPr>
          <a:lstStyle/>
          <a:p>
            <a:r>
              <a:rPr lang="en-US" altLang="ko-KR" dirty="0"/>
              <a:t>inversion of control</a:t>
            </a:r>
          </a:p>
          <a:p>
            <a:pPr lvl="1"/>
            <a:r>
              <a:rPr lang="en-US" altLang="ko-KR" dirty="0"/>
              <a:t>In a framework, unlike in libraries or in standard user applications, the overall program's flow of control is not dictated by the caller, but by the framework. This is usually achieved with the Template Method Pattern.</a:t>
            </a:r>
          </a:p>
          <a:p>
            <a:r>
              <a:rPr lang="en-US" altLang="ko-KR" dirty="0"/>
              <a:t>default behaviors</a:t>
            </a:r>
          </a:p>
          <a:p>
            <a:pPr lvl="1"/>
            <a:r>
              <a:rPr lang="en-US" altLang="ko-KR" dirty="0"/>
              <a:t>This can be provided with the invariant methods of the Template Method Pattern in an abstract class which is provided by the framework.</a:t>
            </a:r>
          </a:p>
          <a:p>
            <a:r>
              <a:rPr lang="en-US" altLang="ko-KR" dirty="0"/>
              <a:t>extensibility</a:t>
            </a:r>
          </a:p>
          <a:p>
            <a:pPr lvl="1"/>
            <a:r>
              <a:rPr lang="en-US" altLang="ko-KR" dirty="0"/>
              <a:t>A user can extend the framework–usually by selective overriding–or programmers can add specialized user code to provide specific functionality. This is usually achieved by a hook method in a subclass that overrides a template method in the superclass.</a:t>
            </a:r>
          </a:p>
          <a:p>
            <a:r>
              <a:rPr lang="en-US" altLang="ko-KR" dirty="0"/>
              <a:t>non-modifiable framework code</a:t>
            </a:r>
          </a:p>
          <a:p>
            <a:pPr lvl="1"/>
            <a:r>
              <a:rPr lang="en-US" altLang="ko-KR" dirty="0"/>
              <a:t>The framework code, in general, is not supposed to be modified, while accepting user-implemented extensions. In other words, users can extend the framework, but cannot modify its code.</a:t>
            </a:r>
          </a:p>
          <a:p>
            <a:r>
              <a:rPr lang="en-US" altLang="ko-KR" dirty="0"/>
              <a:t>Template Method Pattern</a:t>
            </a:r>
            <a:endParaRPr lang="ko-KR" altLang="en-US" dirty="0"/>
          </a:p>
        </p:txBody>
      </p:sp>
      <p:sp>
        <p:nvSpPr>
          <p:cNvPr id="4" name="슬라이드 번호 개체 틀 3">
            <a:extLst>
              <a:ext uri="{FF2B5EF4-FFF2-40B4-BE49-F238E27FC236}">
                <a16:creationId xmlns:a16="http://schemas.microsoft.com/office/drawing/2014/main" id="{266A0FB8-D8D0-4C47-B267-D4D0BF2EAD5C}"/>
              </a:ext>
            </a:extLst>
          </p:cNvPr>
          <p:cNvSpPr>
            <a:spLocks noGrp="1"/>
          </p:cNvSpPr>
          <p:nvPr>
            <p:ph type="sldNum" sz="quarter" idx="12"/>
          </p:nvPr>
        </p:nvSpPr>
        <p:spPr/>
        <p:txBody>
          <a:bodyPr/>
          <a:lstStyle/>
          <a:p>
            <a:fld id="{2E51C1A5-19F7-4412-8E19-5FAA7BD10B67}" type="slidenum">
              <a:rPr lang="ko-KR" altLang="en-US" smtClean="0"/>
              <a:t>34</a:t>
            </a:fld>
            <a:endParaRPr lang="ko-KR" altLang="en-US"/>
          </a:p>
        </p:txBody>
      </p:sp>
    </p:spTree>
    <p:extLst>
      <p:ext uri="{BB962C8B-B14F-4D97-AF65-F5344CB8AC3E}">
        <p14:creationId xmlns:p14="http://schemas.microsoft.com/office/powerpoint/2010/main" val="940960506"/>
      </p:ext>
    </p:extLst>
  </p:cSld>
  <p:clrMapOvr>
    <a:masterClrMapping/>
  </p:clrMapOvr>
</p:sld>
</file>

<file path=ppt/theme/theme1.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34677</TotalTime>
  <Words>2064</Words>
  <Application>Microsoft Office PowerPoint</Application>
  <PresentationFormat>와이드스크린</PresentationFormat>
  <Paragraphs>324</Paragraphs>
  <Slides>34</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34</vt:i4>
      </vt:variant>
    </vt:vector>
  </HeadingPairs>
  <TitlesOfParts>
    <vt:vector size="40" baseType="lpstr">
      <vt:lpstr>D2Coding</vt:lpstr>
      <vt:lpstr>맑은 고딕</vt:lpstr>
      <vt:lpstr>Arial</vt:lpstr>
      <vt:lpstr>Open Sans</vt:lpstr>
      <vt:lpstr>Wingdings</vt:lpstr>
      <vt:lpstr>디자인 사용자 지정</vt:lpstr>
      <vt:lpstr>Spring Boot 소개</vt:lpstr>
      <vt:lpstr>학습 개요</vt:lpstr>
      <vt:lpstr>학습 내용</vt:lpstr>
      <vt:lpstr>Spring Boot 등장 배경 및 목표</vt:lpstr>
      <vt:lpstr>Spring Boot 정의</vt:lpstr>
      <vt:lpstr>계속</vt:lpstr>
      <vt:lpstr>Spring Boot Project 생성</vt:lpstr>
      <vt:lpstr>계속</vt:lpstr>
      <vt:lpstr>계속 - 항목 설명</vt:lpstr>
      <vt:lpstr>계속</vt:lpstr>
      <vt:lpstr>계속</vt:lpstr>
      <vt:lpstr>계속</vt:lpstr>
      <vt:lpstr>PowerPoint 프레젠테이션</vt:lpstr>
      <vt:lpstr>PowerPoint 프레젠테이션</vt:lpstr>
      <vt:lpstr>Demo200412SpringbootApplication.java 수정 전</vt:lpstr>
      <vt:lpstr>Demo200412Application.java 수정 후</vt:lpstr>
      <vt:lpstr>프로젝트 실행 및 서비스 추가</vt:lpstr>
      <vt:lpstr>계속 – build.gradle</vt:lpstr>
      <vt:lpstr>계속</vt:lpstr>
      <vt:lpstr>계속</vt:lpstr>
      <vt:lpstr>Build Tools – Gradle</vt:lpstr>
      <vt:lpstr>계속</vt:lpstr>
      <vt:lpstr>Spring Initializr을 활용한 Project 생성</vt:lpstr>
      <vt:lpstr>계속 - Dependencies</vt:lpstr>
      <vt:lpstr>기존 프로젝트 가져오기</vt:lpstr>
      <vt:lpstr>기존 프로젝트 가져오기 – VCS </vt:lpstr>
      <vt:lpstr>Spring Boot Project 장점 및 단점</vt:lpstr>
      <vt:lpstr>계속</vt:lpstr>
      <vt:lpstr>Spring Boot 디렉토리 구조</vt:lpstr>
      <vt:lpstr>Spring Legacy Project</vt:lpstr>
      <vt:lpstr>Spring Legacy 프로젝트의 폴더 구조</vt:lpstr>
      <vt:lpstr>학습 후 기대효과</vt:lpstr>
      <vt:lpstr>참고) Framework - Software Framework</vt:lpstr>
      <vt:lpstr>Difference between Frameworks and Libraries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Windows 사용자</dc:creator>
  <cp:lastModifiedBy>ick00</cp:lastModifiedBy>
  <cp:revision>898</cp:revision>
  <dcterms:created xsi:type="dcterms:W3CDTF">2017-09-15T02:18:23Z</dcterms:created>
  <dcterms:modified xsi:type="dcterms:W3CDTF">2026-03-04T21:38:49Z</dcterms:modified>
</cp:coreProperties>
</file>