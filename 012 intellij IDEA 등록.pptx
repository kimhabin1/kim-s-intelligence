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8"/>
  </p:notesMasterIdLst>
  <p:sldIdLst>
    <p:sldId id="256" r:id="rId2"/>
    <p:sldId id="257" r:id="rId3"/>
    <p:sldId id="277" r:id="rId4"/>
    <p:sldId id="271" r:id="rId5"/>
    <p:sldId id="265" r:id="rId6"/>
    <p:sldId id="266" r:id="rId7"/>
    <p:sldId id="267" r:id="rId8"/>
    <p:sldId id="272" r:id="rId9"/>
    <p:sldId id="273" r:id="rId10"/>
    <p:sldId id="274" r:id="rId11"/>
    <p:sldId id="275" r:id="rId12"/>
    <p:sldId id="279" r:id="rId13"/>
    <p:sldId id="281" r:id="rId14"/>
    <p:sldId id="280" r:id="rId15"/>
    <p:sldId id="278" r:id="rId16"/>
    <p:sldId id="28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0B6298"/>
    <a:srgbClr val="EE9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6293" autoAdjust="0"/>
  </p:normalViewPr>
  <p:slideViewPr>
    <p:cSldViewPr snapToGrid="0">
      <p:cViewPr varScale="1">
        <p:scale>
          <a:sx n="95" d="100"/>
          <a:sy n="95" d="100"/>
        </p:scale>
        <p:origin x="60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01320-4944-4938-A9CF-048AA6FA46B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862E3-7D78-41F0-B3E5-390639552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9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880FDAA-2D53-4284-B06D-4F30EB650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70" y="501650"/>
            <a:ext cx="9183050" cy="58547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7D7AC6-0BBF-4B56-A5AB-B3A593BD3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328" y="1702836"/>
            <a:ext cx="8883343" cy="1726164"/>
          </a:xfrm>
          <a:blipFill dpi="0" rotWithShape="1">
            <a:blip r:embed="rId3">
              <a:alphaModFix amt="67000"/>
            </a:blip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78CC0-6F0E-4D4E-B81D-BCC2CBFE0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2757" y="4630186"/>
            <a:ext cx="5206483" cy="731327"/>
          </a:xfrm>
          <a:blipFill>
            <a:blip r:embed="rId4">
              <a:alphaModFix amt="67000"/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1C66FF-756D-41A6-922C-8C126896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1727-5F7D-47C1-ADD8-DE36249C8B84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12E96-9AA7-4DB1-A0AC-111C99DB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6762-F290-4BC1-8F29-529B62E0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9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7E7380-C401-4E71-A81C-403298BD30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A9F720-CAA5-4D44-943C-6F1F3F61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463D4-4D4B-474D-B65B-32A3CE9C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F7CE1-11BA-46BF-B96C-3CCC2915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D4184CD2-F714-4BD9-AC13-835B27F2D6CD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2C9DC-6D0E-469F-9766-7C6B84F9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4C500-01F1-4C40-B789-3CF5BE68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F7E803-1942-405B-9F1A-8D89B30650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662389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3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소스코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7005973-1C5F-4EEB-9EA8-BD78397C2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A9F720-CAA5-4D44-943C-6F1F3F61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2Coding" panose="020B0609020101020101" pitchFamily="49" charset="-127"/>
                <a:ea typeface="D2Coding" panose="020B0609020101020101" pitchFamily="49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463D4-4D4B-474D-B65B-32A3CE9C4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6390"/>
            <a:ext cx="10515600" cy="556595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latin typeface="D2Coding" panose="020B0609020101020101" pitchFamily="49" charset="-127"/>
                <a:ea typeface="D2Coding" panose="020B0609020101020101" pitchFamily="49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F7CE1-11BA-46BF-B96C-3CCC2915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5773-75B0-4EC7-96E7-50817A5C2F57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2C9DC-6D0E-469F-9766-7C6B84F9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4C500-01F1-4C40-B789-3CF5BE68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3E1C1B-938C-5154-DAAF-6691071E4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662389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44F6488-B767-4268-B8F7-C11BBF8AD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C619DC-4942-490B-9196-7DC99267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B4453D-C511-4698-AC56-AE0B7305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74EAE2FB-F611-47BC-B3BC-711E4284B9EA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61FA41-2100-4812-898F-34FFAD8D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0CB461-B67F-43CA-870E-0599DC78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0F216A7-C70E-DBD9-184E-7827962D99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662389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2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C6F66A-D0F8-425B-AD68-88895F1F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777E-2017-46DD-96CD-E4C8EFD23F5A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8F1F41-AA31-4586-95C2-12A42A00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50E9CA-A0AC-49FF-A8D8-EFB204750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D3FD0887-C205-427F-9457-734C169A84ED}"/>
              </a:ext>
            </a:extLst>
          </p:cNvPr>
          <p:cNvSpPr txBox="1">
            <a:spLocks/>
          </p:cNvSpPr>
          <p:nvPr userDrawn="1"/>
        </p:nvSpPr>
        <p:spPr>
          <a:xfrm>
            <a:off x="224466" y="213677"/>
            <a:ext cx="518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2000" b="1" kern="1200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11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FD22BA4-7042-4FBF-A14D-0E1275144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117635"/>
            <a:ext cx="589407" cy="563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F21F0C-637A-4855-B63F-E88605A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DB513-DADB-481C-9050-267E564F4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6390"/>
            <a:ext cx="5181600" cy="5565959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C3637F-1FEB-4A31-9A10-2E67F1A0B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26390"/>
            <a:ext cx="5181600" cy="5565959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4A7387-623D-40A6-A948-6739DF15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37370BE4-7BDF-42C8-B02A-75088981E9CB}" type="datetime1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50D62E-F0A5-4DAB-B3EF-0B59F6D7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2AA97-BD43-44F6-90A0-40C3538E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EDEB3F-B265-4176-97E7-902C320652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662389"/>
            <a:ext cx="10515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0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855337-220E-43B5-BE59-7F78AB39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07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FB0879-5650-4E9B-A49F-FE7D0A53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13118"/>
            <a:ext cx="10515600" cy="5572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D9A40-DF20-49BE-95A5-D099CFBFB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40634D19-002E-4114-9E0B-2E0DA074D8C5}" type="datetime1">
              <a:rPr lang="ko-KR" altLang="en-US" smtClean="0"/>
              <a:t>2026-03-05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3CA6D5-18A4-402E-887A-ED33113B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CAB645-5E42-497E-8E02-CEB6C6F02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4466" y="213677"/>
            <a:ext cx="518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accent6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2E51C1A5-19F7-4412-8E19-5FAA7BD10B6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236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4" r:id="rId3"/>
    <p:sldLayoutId id="2147483693" r:id="rId4"/>
    <p:sldLayoutId id="2147483692" r:id="rId5"/>
    <p:sldLayoutId id="2147483689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000"/>
        </a:spcBef>
        <a:buSzPct val="125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cloud.induk.ac.kr/t/gsuite.induk.ac.kr" TargetMode="External"/><Relationship Id="rId2" Type="http://schemas.openxmlformats.org/officeDocument/2006/relationships/hyperlink" Target="https://portal.induk.ac.k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shop/eform/students" TargetMode="External"/><Relationship Id="rId2" Type="http://schemas.openxmlformats.org/officeDocument/2006/relationships/hyperlink" Target="https://www.jetbrains.com/ko-kr/academy/student-pack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utlook.office.com/mail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A88AE-0CA6-4EE8-A1F2-7CBFB84D5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Intellij</a:t>
            </a:r>
            <a:r>
              <a:rPr lang="ko-KR" altLang="en-US" dirty="0"/>
              <a:t> 등록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E26DF1-5B05-4CAA-9C76-A0818EB33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egyou@induk.ac.kr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21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9F29A-8FB3-40E9-ADE3-574087E2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 절차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E9C881-1BD8-4E72-B96A-EB83EF33B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office.com </a:t>
            </a:r>
            <a:r>
              <a:rPr lang="ko-KR" altLang="en-US" dirty="0"/>
              <a:t>학생 계정 생성</a:t>
            </a:r>
            <a:endParaRPr lang="en-US" altLang="ko-KR" dirty="0"/>
          </a:p>
          <a:p>
            <a:pPr lvl="1"/>
            <a:r>
              <a:rPr lang="ko-KR" altLang="en-US" dirty="0"/>
              <a:t>인덕 포털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https://portal.induk.ac.kr</a:t>
            </a:r>
            <a:endParaRPr lang="en-US" altLang="ko-KR" dirty="0"/>
          </a:p>
          <a:p>
            <a:pPr lvl="1"/>
            <a:r>
              <a:rPr lang="ko-KR" altLang="en-US" dirty="0"/>
              <a:t>인덕 클라우드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https://ucloud.induk.ac.kr/t/gsuite.induk.ac.kr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가입하기를 선택</a:t>
            </a:r>
            <a:endParaRPr lang="en-US" altLang="ko-KR" dirty="0"/>
          </a:p>
          <a:p>
            <a:pPr lvl="2"/>
            <a:r>
              <a:rPr lang="en-US" altLang="ko-KR" dirty="0"/>
              <a:t>Office365 : 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@office.induk.ac.kr</a:t>
            </a:r>
            <a:r>
              <a:rPr lang="en-US" altLang="ko-KR" dirty="0"/>
              <a:t> </a:t>
            </a:r>
            <a:r>
              <a:rPr lang="ko-KR" altLang="en-US" dirty="0"/>
              <a:t>로 가입</a:t>
            </a:r>
            <a:endParaRPr lang="en-US" altLang="ko-KR" dirty="0"/>
          </a:p>
          <a:p>
            <a:pPr lvl="2"/>
            <a:r>
              <a:rPr lang="en-US" altLang="ko-KR" dirty="0" err="1"/>
              <a:t>Gsuite</a:t>
            </a:r>
            <a:r>
              <a:rPr lang="en-US" altLang="ko-KR" dirty="0"/>
              <a:t> : 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@gsuite.induk.ac.kr</a:t>
            </a:r>
            <a:r>
              <a:rPr lang="en-US" altLang="ko-KR" dirty="0"/>
              <a:t> </a:t>
            </a:r>
            <a:r>
              <a:rPr lang="ko-KR" altLang="en-US" dirty="0"/>
              <a:t>로 가입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C8543-1531-46FE-BF83-6A5A6527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37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A6D50-D390-4258-84E0-1331A823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41FD39-AEBD-42CA-8E6A-1E0DCEB1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4F66940-C160-44A6-A671-1A180BBFC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1312" y="850900"/>
            <a:ext cx="64293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9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75DAB-200B-4413-B640-72BC49E5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 절차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D29F7-1A96-4ED0-9276-EDE35C4C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등록된 학생 메일로 </a:t>
            </a:r>
            <a:r>
              <a:rPr lang="en-US" altLang="ko-KR" dirty="0" err="1"/>
              <a:t>Jetbrains</a:t>
            </a:r>
            <a:r>
              <a:rPr lang="en-US" altLang="ko-KR" dirty="0"/>
              <a:t> </a:t>
            </a:r>
            <a:r>
              <a:rPr lang="ko-KR" altLang="en-US" dirty="0"/>
              <a:t>무료 교육용 라이선스 신청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라이선스 관련 정보 확인</a:t>
            </a:r>
            <a:r>
              <a:rPr lang="en-US" altLang="ko-KR" dirty="0"/>
              <a:t> </a:t>
            </a:r>
            <a:r>
              <a:rPr lang="en-US" altLang="ko-KR" dirty="0">
                <a:hlinkClick r:id="rId2"/>
              </a:rPr>
              <a:t>https://www.jetbrains.com/ko-kr/academy/student-pack/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JetBrains </a:t>
            </a:r>
            <a:r>
              <a:rPr lang="ko-KR" altLang="en-US" dirty="0"/>
              <a:t>회원 등록</a:t>
            </a:r>
            <a:r>
              <a:rPr lang="en-US" altLang="ko-KR" dirty="0"/>
              <a:t> </a:t>
            </a:r>
            <a:r>
              <a:rPr lang="en-US" altLang="ko-KR" dirty="0">
                <a:hlinkClick r:id="rId3"/>
              </a:rPr>
              <a:t>https://www.jetbrains.com/shop/eform/students</a:t>
            </a:r>
            <a:endParaRPr lang="en-US" altLang="ko-KR" dirty="0"/>
          </a:p>
          <a:p>
            <a:pPr lvl="1"/>
            <a:r>
              <a:rPr lang="ko-KR" altLang="en-US" dirty="0"/>
              <a:t>등록 시 사용한 메일로 </a:t>
            </a:r>
            <a:r>
              <a:rPr lang="en-US" altLang="ko-KR" dirty="0"/>
              <a:t>'JetBrains Account' </a:t>
            </a:r>
            <a:r>
              <a:rPr lang="ko-KR" altLang="en-US" dirty="0"/>
              <a:t>제목의 메일이 전송됨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E3F50-9A82-4C35-9274-22A1BA04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01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4F5B94-089B-453F-88B4-A5EFF3E075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83763"/>
          </a:solidFill>
        </p:spPr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무료 라이선스 프로그램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무료 교육용 라이선스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A7113C2-9FE1-1921-015D-34A42AA33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434" y="712788"/>
            <a:ext cx="9587131" cy="5573712"/>
          </a:xfr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EE5691-B22C-4839-9616-CBB112ED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23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4F5B94-089B-453F-88B4-A5EFF3E075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83763"/>
          </a:solidFill>
        </p:spPr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학생 및 교사를 위한 라이선스 신청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8FD2452-C457-B1F1-72B9-CE3117F7B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436" y="712788"/>
            <a:ext cx="9431128" cy="5573712"/>
          </a:xfr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EE5691-B22C-4839-9616-CBB112ED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02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4F5B94-089B-453F-88B4-A5EFF3E075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83763"/>
          </a:solidFill>
        </p:spPr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학생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교사를 위한 라이선스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3B88048-7414-1E9B-6F8A-89C016736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068" y="712788"/>
            <a:ext cx="6411864" cy="5573712"/>
          </a:xfr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EE5691-B22C-4839-9616-CBB112ED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90E384E3-3592-4D07-9DBE-ACD3B266B7D7}"/>
              </a:ext>
            </a:extLst>
          </p:cNvPr>
          <p:cNvSpPr/>
          <p:nvPr/>
        </p:nvSpPr>
        <p:spPr>
          <a:xfrm>
            <a:off x="8935720" y="3429000"/>
            <a:ext cx="2418080" cy="1005840"/>
          </a:xfrm>
          <a:prstGeom prst="wedgeRoundRectCallout">
            <a:avLst>
              <a:gd name="adj1" fmla="val -130395"/>
              <a:gd name="adj2" fmla="val 723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office365 </a:t>
            </a:r>
            <a:r>
              <a:rPr lang="ko-KR" altLang="en-US" dirty="0"/>
              <a:t>등록한 </a:t>
            </a:r>
            <a:endParaRPr lang="en-US" altLang="ko-KR" dirty="0"/>
          </a:p>
          <a:p>
            <a:pPr algn="ctr"/>
            <a:r>
              <a:rPr lang="ko-KR" altLang="en-US" dirty="0"/>
              <a:t>학생 메일 주소 </a:t>
            </a:r>
          </a:p>
        </p:txBody>
      </p:sp>
    </p:spTree>
    <p:extLst>
      <p:ext uri="{BB962C8B-B14F-4D97-AF65-F5344CB8AC3E}">
        <p14:creationId xmlns:p14="http://schemas.microsoft.com/office/powerpoint/2010/main" val="41077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75DAB-200B-4413-B640-72BC49E5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 절차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D29F7-1A96-4ED0-9276-EDE35C4C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office.com </a:t>
            </a:r>
            <a:r>
              <a:rPr lang="ko-KR" altLang="en-US" dirty="0"/>
              <a:t>에 로그인 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https://outlook.office.com/mail/</a:t>
            </a:r>
            <a:r>
              <a:rPr lang="en-US" altLang="ko-KR" dirty="0"/>
              <a:t> </a:t>
            </a:r>
            <a:r>
              <a:rPr lang="ko-KR" altLang="en-US" dirty="0"/>
              <a:t>접속 또는 </a:t>
            </a:r>
            <a:r>
              <a:rPr lang="en-US" altLang="ko-KR" dirty="0"/>
              <a:t>Outlook</a:t>
            </a:r>
            <a:r>
              <a:rPr lang="ko-KR" altLang="en-US" dirty="0"/>
              <a:t> 선택하여 메일 확인</a:t>
            </a:r>
            <a:endParaRPr lang="en-US" altLang="ko-KR" dirty="0"/>
          </a:p>
          <a:p>
            <a:pPr lvl="2"/>
            <a:r>
              <a:rPr lang="en-US" altLang="ko-KR" b="1" dirty="0">
                <a:solidFill>
                  <a:srgbClr val="FF0000"/>
                </a:solidFill>
              </a:rPr>
              <a:t>'JetBrains Account' </a:t>
            </a:r>
            <a:r>
              <a:rPr lang="ko-KR" altLang="en-US" b="1" dirty="0">
                <a:solidFill>
                  <a:srgbClr val="FF0000"/>
                </a:solidFill>
              </a:rPr>
              <a:t>메일의 </a:t>
            </a:r>
            <a:r>
              <a:rPr lang="en-US" altLang="ko-KR" b="1" dirty="0">
                <a:solidFill>
                  <a:srgbClr val="FF0000"/>
                </a:solidFill>
              </a:rPr>
              <a:t>'Confirm your account’ </a:t>
            </a:r>
            <a:r>
              <a:rPr lang="ko-KR" altLang="en-US" b="1" dirty="0">
                <a:solidFill>
                  <a:srgbClr val="FF0000"/>
                </a:solidFill>
              </a:rPr>
              <a:t>확인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2"/>
            <a:endParaRPr lang="en-US" altLang="ko-KR" dirty="0"/>
          </a:p>
          <a:p>
            <a:r>
              <a:rPr lang="en-US" altLang="ko-KR" dirty="0"/>
              <a:t>gmail.com </a:t>
            </a:r>
            <a:r>
              <a:rPr lang="ko-KR" altLang="en-US" dirty="0"/>
              <a:t>에 로그인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'JetBrains Account' </a:t>
            </a:r>
            <a:r>
              <a:rPr lang="ko-KR" altLang="en-US" b="1" dirty="0">
                <a:solidFill>
                  <a:srgbClr val="FF0000"/>
                </a:solidFill>
              </a:rPr>
              <a:t>메일의 </a:t>
            </a:r>
            <a:r>
              <a:rPr lang="en-US" altLang="ko-KR" b="1" dirty="0">
                <a:solidFill>
                  <a:srgbClr val="FF0000"/>
                </a:solidFill>
              </a:rPr>
              <a:t>'Confirm your account’ </a:t>
            </a:r>
            <a:r>
              <a:rPr lang="ko-KR" altLang="en-US" b="1" dirty="0">
                <a:solidFill>
                  <a:srgbClr val="FF0000"/>
                </a:solidFill>
              </a:rPr>
              <a:t>확인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E3F50-9A82-4C35-9274-22A1BA04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435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583FE77-C0E2-402E-9299-30C19A54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85" y="421911"/>
            <a:ext cx="10973751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7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6FE1D-9260-4011-ADD9-5936B36C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등록절차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04C909-5027-452E-83B3-A8A789AED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Intellij</a:t>
            </a:r>
            <a:r>
              <a:rPr lang="en-US" altLang="ko-KR" dirty="0"/>
              <a:t> IDEA</a:t>
            </a:r>
            <a:r>
              <a:rPr lang="ko-KR" altLang="en-US" dirty="0"/>
              <a:t> 등록</a:t>
            </a:r>
            <a:endParaRPr lang="en-US" altLang="ko-KR" dirty="0"/>
          </a:p>
          <a:p>
            <a:pPr lvl="1"/>
            <a:r>
              <a:rPr lang="en-US" altLang="ko-KR" dirty="0" err="1"/>
              <a:t>Interllij</a:t>
            </a:r>
            <a:r>
              <a:rPr lang="ko-KR" altLang="en-US" dirty="0"/>
              <a:t>를 실행 </a:t>
            </a:r>
            <a:r>
              <a:rPr lang="en-US" altLang="ko-KR" dirty="0"/>
              <a:t>- Help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Manage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Subscription </a:t>
            </a:r>
            <a:r>
              <a:rPr lang="ko-KR" altLang="en-US" dirty="0"/>
              <a:t>선택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9DAA3-755F-4986-B562-04BA7076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84076D-4FA5-4F9E-CA80-D8B76D30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570" y="695310"/>
            <a:ext cx="22860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50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1A59B-7116-4531-BD95-44149DB0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35E58-7206-4C9A-A1AF-59DB08680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Licenses </a:t>
            </a:r>
            <a:r>
              <a:rPr lang="ko-KR" altLang="en-US" dirty="0"/>
              <a:t>등록 </a:t>
            </a:r>
            <a:r>
              <a:rPr lang="en-US" altLang="ko-KR" dirty="0"/>
              <a:t>JB Account </a:t>
            </a:r>
            <a:r>
              <a:rPr lang="ko-KR" altLang="en-US" dirty="0"/>
              <a:t>선택 후 인증된 </a:t>
            </a:r>
            <a:r>
              <a:rPr lang="en-US" altLang="ko-KR" dirty="0"/>
              <a:t>JetBrains </a:t>
            </a:r>
            <a:r>
              <a:rPr lang="ko-KR" altLang="en-US" dirty="0"/>
              <a:t>계정과 암호로 활성화</a:t>
            </a:r>
            <a:r>
              <a:rPr lang="en-US" altLang="ko-KR" dirty="0"/>
              <a:t>(Activation)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6576F-AB07-4A63-A996-89390BD3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B3298-2095-4B78-B0E8-A466356F5ED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50AF0C-68BE-8317-EB00-08EF92D9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1265360"/>
            <a:ext cx="8048625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B42CF-527D-362B-5E7C-2B82845E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CAB5AE-EFC3-1EA3-4031-8F51BB5F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36CDA7E-A69C-068B-D79B-CA61E4134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63945"/>
            <a:ext cx="10515600" cy="5471398"/>
          </a:xfrm>
        </p:spPr>
      </p:pic>
    </p:spTree>
    <p:extLst>
      <p:ext uri="{BB962C8B-B14F-4D97-AF65-F5344CB8AC3E}">
        <p14:creationId xmlns:p14="http://schemas.microsoft.com/office/powerpoint/2010/main" val="538710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E3BD8-3BA2-2E05-C774-C7A49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 </a:t>
            </a:r>
            <a:r>
              <a:rPr lang="en-US" altLang="ko-KR" dirty="0"/>
              <a:t>- JetBrains</a:t>
            </a:r>
            <a:r>
              <a:rPr lang="ko-KR" altLang="en-US" dirty="0"/>
              <a:t> 계정으로 로그인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8BE0A32-6291-12DF-6999-DCA922FA5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37424"/>
            <a:ext cx="10515600" cy="552443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B06C5B-F208-DA15-A150-5D5AD985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033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F99B8-FAEA-AAD8-D21F-28024861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 </a:t>
            </a:r>
            <a:r>
              <a:rPr lang="en-US" altLang="ko-KR" dirty="0"/>
              <a:t>- </a:t>
            </a:r>
            <a:r>
              <a:rPr lang="ko-KR" altLang="en-US" dirty="0"/>
              <a:t>권한 인증 성공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5A9EF42-21BA-18A3-A589-5BF52449C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63945"/>
            <a:ext cx="10515600" cy="547139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AF0BB-BA02-ABBE-6EA1-8C227160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84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DE27A-42FE-2DC2-D77F-80CE5219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 </a:t>
            </a:r>
            <a:r>
              <a:rPr lang="en-US" altLang="ko-KR" dirty="0"/>
              <a:t>- </a:t>
            </a:r>
            <a:r>
              <a:rPr lang="ko-KR" altLang="en-US" dirty="0"/>
              <a:t>활성화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AEAD5-3683-6F15-AB07-7E69CAC6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409C4B20-7E6F-257E-6BE8-DF291E2A3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975" y="799306"/>
            <a:ext cx="80200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12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FFE2C-8915-3566-03EC-3CE4281A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계속 </a:t>
            </a:r>
            <a:r>
              <a:rPr lang="en-US" altLang="ko-KR" dirty="0"/>
              <a:t>- </a:t>
            </a:r>
            <a:r>
              <a:rPr lang="ko-KR" altLang="en-US" dirty="0"/>
              <a:t>활성화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A01202B-2F3C-FAB2-E40E-6EA283241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262" y="770731"/>
            <a:ext cx="7991475" cy="545782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FEDC-71A7-A8E9-B0EB-AC928291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C1A5-19F7-4412-8E19-5FAA7BD10B6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635063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34334</TotalTime>
  <Words>270</Words>
  <Application>Microsoft Office PowerPoint</Application>
  <PresentationFormat>와이드스크린</PresentationFormat>
  <Paragraphs>56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D2Coding</vt:lpstr>
      <vt:lpstr>맑은 고딕</vt:lpstr>
      <vt:lpstr>Arial</vt:lpstr>
      <vt:lpstr>Wingdings</vt:lpstr>
      <vt:lpstr>디자인 사용자 지정</vt:lpstr>
      <vt:lpstr>Intellij 등록</vt:lpstr>
      <vt:lpstr>등록 절차 1</vt:lpstr>
      <vt:lpstr>계속</vt:lpstr>
      <vt:lpstr>등록 절차 2</vt:lpstr>
      <vt:lpstr>무료 라이선스 프로그램 - 무료 교육용 라이선스</vt:lpstr>
      <vt:lpstr>학생 및 교사를 위한 라이선스 신청</vt:lpstr>
      <vt:lpstr>학생 교사를 위한 라이선스</vt:lpstr>
      <vt:lpstr>등록 절차 3</vt:lpstr>
      <vt:lpstr>PowerPoint 프레젠테이션</vt:lpstr>
      <vt:lpstr>등록절차</vt:lpstr>
      <vt:lpstr>계속</vt:lpstr>
      <vt:lpstr>계속</vt:lpstr>
      <vt:lpstr>계속 - JetBrains 계정으로 로그인</vt:lpstr>
      <vt:lpstr>계속 - 권한 인증 성공</vt:lpstr>
      <vt:lpstr>계속 - 활성화</vt:lpstr>
      <vt:lpstr>계속 - 활성화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ick00</cp:lastModifiedBy>
  <cp:revision>896</cp:revision>
  <dcterms:created xsi:type="dcterms:W3CDTF">2017-09-15T02:18:23Z</dcterms:created>
  <dcterms:modified xsi:type="dcterms:W3CDTF">2026-03-04T21:44:24Z</dcterms:modified>
</cp:coreProperties>
</file>